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71" r:id="rId3"/>
    <p:sldId id="272" r:id="rId4"/>
    <p:sldId id="273" r:id="rId5"/>
    <p:sldId id="274" r:id="rId6"/>
    <p:sldId id="275" r:id="rId7"/>
    <p:sldId id="276" r:id="rId8"/>
    <p:sldId id="278" r:id="rId9"/>
    <p:sldId id="279" r:id="rId10"/>
    <p:sldId id="270" r:id="rId11"/>
  </p:sldIdLst>
  <p:sldSz cx="10077450" cy="5403850"/>
  <p:notesSz cx="7010400" cy="9296400"/>
  <p:embeddedFontLst>
    <p:embeddedFont>
      <p:font typeface="Fira Sans Extra Condensed Mediu" panose="020B0604020202020204" charset="0"/>
      <p:regular r:id="rId13"/>
      <p:bold r:id="rId14"/>
      <p:italic r:id="rId15"/>
      <p:boldItalic r:id="rId16"/>
    </p:embeddedFont>
    <p:embeddedFont>
      <p:font typeface="Georgia" panose="02040502050405020303" pitchFamily="18" charset="0"/>
      <p:regular r:id="rId17"/>
      <p:bold r:id="rId18"/>
      <p:italic r:id="rId19"/>
      <p:boldItalic r:id="rId20"/>
    </p:embeddedFont>
  </p:embeddedFontLst>
  <p:defaultTextStyle>
    <a:defPPr>
      <a:defRPr lang="en-US"/>
    </a:defPPr>
    <a:lvl1pPr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15:guide id="1" orient="horz" pos="1620">
          <p15:clr>
            <a:srgbClr val="A4A3A4"/>
          </p15:clr>
        </p15:guide>
        <p15:guide id="2" orient="horz" pos="1702">
          <p15:clr>
            <a:srgbClr val="A4A3A4"/>
          </p15:clr>
        </p15:guide>
        <p15:guide id="3" pos="2880">
          <p15:clr>
            <a:srgbClr val="A4A3A4"/>
          </p15:clr>
        </p15:guide>
        <p15:guide id="4" pos="317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E69B6A-BEFB-42FE-945C-7F778F677854}">
  <a:tblStyle styleId="{2DE69B6A-BEFB-42FE-945C-7F778F677854}" styleName="Table_0">
    <a:wholeTbl>
      <a:tcTxStyle b="off" i="off">
        <a:font>
          <a:latin typeface="Arial"/>
          <a:ea typeface="Arial"/>
          <a:cs typeface="Aria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42599F6B-65F8-413F-99DB-B76F1B503964}"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3EEAB36-9A86-47B3-A53F-70990625E39A}" styleName="Table_2">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ED2C353-DF28-42CB-964E-84981E8C6BC6}" styleName="Table_3">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EFFB"/>
          </a:solidFill>
        </a:fill>
      </a:tcStyle>
    </a:wholeTbl>
    <a:band1H>
      <a:tcTxStyle b="off" i="off"/>
      <a:tcStyle>
        <a:tcBdr/>
        <a:fill>
          <a:solidFill>
            <a:srgbClr val="E6DEF8"/>
          </a:solidFill>
        </a:fill>
      </a:tcStyle>
    </a:band1H>
    <a:band2H>
      <a:tcTxStyle b="off" i="off"/>
      <a:tcStyle>
        <a:tcBdr/>
      </a:tcStyle>
    </a:band2H>
    <a:band1V>
      <a:tcTxStyle b="off" i="off"/>
      <a:tcStyle>
        <a:tcBdr/>
        <a:fill>
          <a:solidFill>
            <a:srgbClr val="E6DEF8"/>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17F46DE5-A642-425E-A12C-3DA85C772910}" styleName="Table_4">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154" y="82"/>
      </p:cViewPr>
      <p:guideLst>
        <p:guide orient="horz" pos="1620"/>
        <p:guide orient="horz" pos="1702"/>
        <p:guide pos="2880"/>
        <p:guide pos="317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Google Shape;3;n">
            <a:extLst>
              <a:ext uri="{FF2B5EF4-FFF2-40B4-BE49-F238E27FC236}">
                <a16:creationId xmlns:a16="http://schemas.microsoft.com/office/drawing/2014/main" id="{12EB6490-624C-A9FB-890F-237B31018223}"/>
              </a:ext>
            </a:extLst>
          </p:cNvPr>
          <p:cNvSpPr>
            <a:spLocks noGrp="1" noRot="1" noChangeAspect="1"/>
          </p:cNvSpPr>
          <p:nvPr>
            <p:ph type="sldImg" idx="2"/>
          </p:nvPr>
        </p:nvSpPr>
        <p:spPr bwMode="auto">
          <a:xfrm>
            <a:off x="255588" y="696913"/>
            <a:ext cx="6500812" cy="3486150"/>
          </a:xfrm>
          <a:custGeom>
            <a:avLst/>
            <a:gdLst>
              <a:gd name="T0" fmla="*/ 0 w 120000"/>
              <a:gd name="T1" fmla="*/ 0 h 120000"/>
              <a:gd name="T2" fmla="*/ 120000 w 120000"/>
              <a:gd name="T3" fmla="*/ 120000 h 120000"/>
            </a:gdLst>
            <a:ahLst/>
            <a:cxnLst/>
            <a:rect l="T0" t="T1" r="T2" b="T3"/>
            <a:pathLst>
              <a:path w="120000" h="120000" extrusionOk="0">
                <a:moveTo>
                  <a:pt x="0" y="0"/>
                </a:moveTo>
                <a:lnTo>
                  <a:pt x="120000" y="0"/>
                </a:lnTo>
                <a:lnTo>
                  <a:pt x="120000" y="120000"/>
                </a:lnTo>
                <a:lnTo>
                  <a:pt x="0" y="120000"/>
                </a:lnTo>
                <a:close/>
              </a:path>
            </a:pathLst>
          </a:custGeom>
          <a:noFill/>
          <a:ln w="9525">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
        <p:nvSpPr>
          <p:cNvPr id="32771" name="Google Shape;4;n">
            <a:extLst>
              <a:ext uri="{FF2B5EF4-FFF2-40B4-BE49-F238E27FC236}">
                <a16:creationId xmlns:a16="http://schemas.microsoft.com/office/drawing/2014/main" id="{734D4AE0-3E37-61E1-BC77-CBA298C21423}"/>
              </a:ext>
            </a:extLst>
          </p:cNvPr>
          <p:cNvSpPr txBox="1">
            <a:spLocks noGrp="1"/>
          </p:cNvSpPr>
          <p:nvPr>
            <p:ph type="body" idx="1"/>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50" tIns="93150" rIns="93150" bIns="93150" numCol="1" anchor="t" anchorCtr="0" compatLnSpc="1">
            <a:prstTxWarp prst="textNoShape">
              <a:avLst/>
            </a:prstTxWarp>
          </a:bodyPr>
          <a:lstStyle/>
          <a:p>
            <a:pPr lvl="0"/>
            <a:endParaRPr lang="en-US" altLang="en-US">
              <a:sym typeface="Arial" panose="020B0604020202020204" pitchFamily="34" charset="0"/>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L="457200" indent="-2984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794" name="Google Shape;44;p15:notes">
            <a:extLst>
              <a:ext uri="{FF2B5EF4-FFF2-40B4-BE49-F238E27FC236}">
                <a16:creationId xmlns:a16="http://schemas.microsoft.com/office/drawing/2014/main" id="{94F1847D-1F2F-F7A1-E42A-C0F957803AF2}"/>
              </a:ext>
            </a:extLst>
          </p:cNvPr>
          <p:cNvSpPr>
            <a:spLocks noGrp="1" noRot="1" noChangeAspect="1" noTextEdit="1"/>
          </p:cNvSpPr>
          <p:nvPr>
            <p:ph type="sldImg" idx="2"/>
          </p:nvPr>
        </p:nvSpPr>
        <p:spPr>
          <a:xfrm>
            <a:off x="581025" y="1162050"/>
            <a:ext cx="5848350" cy="3136900"/>
          </a:xfrm>
          <a:noFill/>
          <a:ln w="12700" cap="flat">
            <a:headEnd/>
            <a:tailEnd/>
          </a:ln>
        </p:spPr>
      </p:sp>
      <p:sp>
        <p:nvSpPr>
          <p:cNvPr id="33795" name="Google Shape;45;p15:notes">
            <a:extLst>
              <a:ext uri="{FF2B5EF4-FFF2-40B4-BE49-F238E27FC236}">
                <a16:creationId xmlns:a16="http://schemas.microsoft.com/office/drawing/2014/main" id="{36EBC815-FCDE-2244-79EC-14BB7DF64BAF}"/>
              </a:ext>
            </a:extLst>
          </p:cNvPr>
          <p:cNvSpPr txBox="1">
            <a:spLocks noGrp="1"/>
          </p:cNvSpPr>
          <p:nvPr>
            <p:ph type="body" idx="1"/>
          </p:nvPr>
        </p:nvSpPr>
        <p:spPr>
          <a:xfrm>
            <a:off x="701675" y="4473575"/>
            <a:ext cx="5607050" cy="3660775"/>
          </a:xfrm>
          <a:noFill/>
          <a:ln/>
        </p:spPr>
        <p:txBody>
          <a:bodyPr tIns="46550" bIns="46550"/>
          <a:lstStyle/>
          <a:p>
            <a:pPr marL="0" indent="0" eaLnBrk="1" hangingPunct="1">
              <a:buSzPts val="1200"/>
            </a:pPr>
            <a:endParaRPr lang="en-US" altLang="en-US" sz="1100">
              <a:latin typeface="Arial" panose="020B0604020202020204" pitchFamily="34" charset="0"/>
              <a:cs typeface="Arial" panose="020B0604020202020204" pitchFamily="34" charset="0"/>
            </a:endParaRPr>
          </a:p>
        </p:txBody>
      </p:sp>
      <p:sp>
        <p:nvSpPr>
          <p:cNvPr id="33796" name="Google Shape;46;p15:notes">
            <a:extLst>
              <a:ext uri="{FF2B5EF4-FFF2-40B4-BE49-F238E27FC236}">
                <a16:creationId xmlns:a16="http://schemas.microsoft.com/office/drawing/2014/main" id="{ABFACF8D-2B44-142B-F2E4-B927229BC924}"/>
              </a:ext>
            </a:extLst>
          </p:cNvPr>
          <p:cNvSpPr>
            <a:spLocks noGrp="1"/>
          </p:cNvSpPr>
          <p:nvPr>
            <p:ph type="sldNum" sz="quarter" idx="4294967295"/>
          </p:nvPr>
        </p:nvSpPr>
        <p:spPr bwMode="auto">
          <a:xfrm>
            <a:off x="3970338" y="8829675"/>
            <a:ext cx="3038475" cy="466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0" tIns="46550" rIns="93150" bIns="46550" anchor="b"/>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eaLnBrk="1" hangingPunct="1">
              <a:buClr>
                <a:srgbClr val="000000"/>
              </a:buClr>
              <a:buSzPts val="1400"/>
              <a:buFont typeface="Arial" panose="020B0604020202020204" pitchFamily="34" charset="0"/>
              <a:buNone/>
            </a:pPr>
            <a:fld id="{2B1396D3-F2EA-4055-B382-07674445BF7C}" type="slidenum">
              <a:rPr lang="en-US" altLang="en-US"/>
              <a:pPr algn="r" eaLnBrk="1" hangingPunct="1">
                <a:buClr>
                  <a:srgbClr val="000000"/>
                </a:buClr>
                <a:buSzPts val="1400"/>
                <a:buFont typeface="Arial" panose="020B0604020202020204" pitchFamily="34" charset="0"/>
                <a:buNone/>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Google Shape;44;p15:notes">
            <a:extLst>
              <a:ext uri="{FF2B5EF4-FFF2-40B4-BE49-F238E27FC236}">
                <a16:creationId xmlns:a16="http://schemas.microsoft.com/office/drawing/2014/main" id="{8567EF15-3D9F-4CCF-D47F-5D9B80017E6A}"/>
              </a:ext>
            </a:extLst>
          </p:cNvPr>
          <p:cNvSpPr>
            <a:spLocks noGrp="1" noRot="1" noChangeAspect="1" noTextEdit="1"/>
          </p:cNvSpPr>
          <p:nvPr>
            <p:ph type="sldImg" idx="2"/>
          </p:nvPr>
        </p:nvSpPr>
        <p:spPr>
          <a:xfrm>
            <a:off x="581025" y="1162050"/>
            <a:ext cx="5848350" cy="3136900"/>
          </a:xfrm>
          <a:noFill/>
          <a:ln w="12700" cap="flat">
            <a:headEnd/>
            <a:tailEnd/>
          </a:ln>
        </p:spPr>
      </p:sp>
      <p:sp>
        <p:nvSpPr>
          <p:cNvPr id="34819" name="Google Shape;45;p15:notes">
            <a:extLst>
              <a:ext uri="{FF2B5EF4-FFF2-40B4-BE49-F238E27FC236}">
                <a16:creationId xmlns:a16="http://schemas.microsoft.com/office/drawing/2014/main" id="{43E29E39-CF0B-F159-D2AC-CC80FA3D3FFA}"/>
              </a:ext>
            </a:extLst>
          </p:cNvPr>
          <p:cNvSpPr txBox="1">
            <a:spLocks noGrp="1"/>
          </p:cNvSpPr>
          <p:nvPr>
            <p:ph type="body" idx="1"/>
          </p:nvPr>
        </p:nvSpPr>
        <p:spPr>
          <a:xfrm>
            <a:off x="701675" y="4473575"/>
            <a:ext cx="5607050" cy="3660775"/>
          </a:xfrm>
          <a:noFill/>
          <a:ln/>
        </p:spPr>
        <p:txBody>
          <a:bodyPr tIns="46550" bIns="46550"/>
          <a:lstStyle/>
          <a:p>
            <a:pPr marL="0" indent="0" eaLnBrk="1" hangingPunct="1">
              <a:buSzPts val="1200"/>
            </a:pPr>
            <a:endParaRPr lang="en-US" altLang="en-US" sz="1100">
              <a:latin typeface="Arial" panose="020B0604020202020204" pitchFamily="34" charset="0"/>
              <a:cs typeface="Arial" panose="020B0604020202020204" pitchFamily="34" charset="0"/>
            </a:endParaRPr>
          </a:p>
        </p:txBody>
      </p:sp>
      <p:sp>
        <p:nvSpPr>
          <p:cNvPr id="34820" name="Google Shape;46;p15:notes">
            <a:extLst>
              <a:ext uri="{FF2B5EF4-FFF2-40B4-BE49-F238E27FC236}">
                <a16:creationId xmlns:a16="http://schemas.microsoft.com/office/drawing/2014/main" id="{194761EC-D402-B7DA-DC97-8657C5F7389E}"/>
              </a:ext>
            </a:extLst>
          </p:cNvPr>
          <p:cNvSpPr>
            <a:spLocks noGrp="1"/>
          </p:cNvSpPr>
          <p:nvPr>
            <p:ph type="sldNum" sz="quarter" idx="4294967295"/>
          </p:nvPr>
        </p:nvSpPr>
        <p:spPr bwMode="auto">
          <a:xfrm>
            <a:off x="3970338" y="8829675"/>
            <a:ext cx="3038475" cy="466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0" tIns="46550" rIns="93150" bIns="46550" anchor="b"/>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eaLnBrk="1" hangingPunct="1">
              <a:buClr>
                <a:srgbClr val="000000"/>
              </a:buClr>
              <a:buSzPts val="1400"/>
              <a:buFont typeface="Arial" panose="020B0604020202020204" pitchFamily="34" charset="0"/>
              <a:buNone/>
            </a:pPr>
            <a:fld id="{968128C6-A049-4856-966B-9047E0DF4401}" type="slidenum">
              <a:rPr lang="en-US" altLang="en-US"/>
              <a:pPr algn="r" eaLnBrk="1" hangingPunct="1">
                <a:buClr>
                  <a:srgbClr val="000000"/>
                </a:buClr>
                <a:buSzPts val="1400"/>
                <a:buFont typeface="Arial" panose="020B0604020202020204" pitchFamily="34" charset="0"/>
                <a:buNone/>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5842" name="Google Shape;44;p15:notes">
            <a:extLst>
              <a:ext uri="{FF2B5EF4-FFF2-40B4-BE49-F238E27FC236}">
                <a16:creationId xmlns:a16="http://schemas.microsoft.com/office/drawing/2014/main" id="{FB754242-663B-DB51-C201-8D76F8ABAD93}"/>
              </a:ext>
            </a:extLst>
          </p:cNvPr>
          <p:cNvSpPr>
            <a:spLocks noGrp="1" noRot="1" noChangeAspect="1" noTextEdit="1"/>
          </p:cNvSpPr>
          <p:nvPr>
            <p:ph type="sldImg" idx="2"/>
          </p:nvPr>
        </p:nvSpPr>
        <p:spPr>
          <a:xfrm>
            <a:off x="581025" y="1162050"/>
            <a:ext cx="5848350" cy="3136900"/>
          </a:xfrm>
          <a:noFill/>
          <a:ln w="12700" cap="flat">
            <a:headEnd/>
            <a:tailEnd/>
          </a:ln>
        </p:spPr>
      </p:sp>
      <p:sp>
        <p:nvSpPr>
          <p:cNvPr id="35843" name="Google Shape;45;p15:notes">
            <a:extLst>
              <a:ext uri="{FF2B5EF4-FFF2-40B4-BE49-F238E27FC236}">
                <a16:creationId xmlns:a16="http://schemas.microsoft.com/office/drawing/2014/main" id="{5AEB68C3-AFC0-8620-3220-0C69B43A7F74}"/>
              </a:ext>
            </a:extLst>
          </p:cNvPr>
          <p:cNvSpPr txBox="1">
            <a:spLocks noGrp="1"/>
          </p:cNvSpPr>
          <p:nvPr>
            <p:ph type="body" idx="1"/>
          </p:nvPr>
        </p:nvSpPr>
        <p:spPr>
          <a:xfrm>
            <a:off x="701675" y="4473575"/>
            <a:ext cx="5607050" cy="3660775"/>
          </a:xfrm>
          <a:noFill/>
          <a:ln/>
        </p:spPr>
        <p:txBody>
          <a:bodyPr tIns="46550" bIns="46550"/>
          <a:lstStyle/>
          <a:p>
            <a:pPr marL="0" indent="0" eaLnBrk="1" hangingPunct="1">
              <a:buSzPts val="1200"/>
            </a:pPr>
            <a:endParaRPr lang="en-US" altLang="en-US" sz="1100">
              <a:latin typeface="Arial" panose="020B0604020202020204" pitchFamily="34" charset="0"/>
              <a:cs typeface="Arial" panose="020B0604020202020204" pitchFamily="34" charset="0"/>
            </a:endParaRPr>
          </a:p>
        </p:txBody>
      </p:sp>
      <p:sp>
        <p:nvSpPr>
          <p:cNvPr id="35844" name="Google Shape;46;p15:notes">
            <a:extLst>
              <a:ext uri="{FF2B5EF4-FFF2-40B4-BE49-F238E27FC236}">
                <a16:creationId xmlns:a16="http://schemas.microsoft.com/office/drawing/2014/main" id="{7836FE4E-640E-1C40-F351-34CCDF26D32E}"/>
              </a:ext>
            </a:extLst>
          </p:cNvPr>
          <p:cNvSpPr>
            <a:spLocks noGrp="1"/>
          </p:cNvSpPr>
          <p:nvPr>
            <p:ph type="sldNum" sz="quarter" idx="4294967295"/>
          </p:nvPr>
        </p:nvSpPr>
        <p:spPr bwMode="auto">
          <a:xfrm>
            <a:off x="3970338" y="8829675"/>
            <a:ext cx="3038475" cy="466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0" tIns="46550" rIns="93150" bIns="46550" anchor="b"/>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eaLnBrk="1" hangingPunct="1">
              <a:buClr>
                <a:srgbClr val="000000"/>
              </a:buClr>
              <a:buSzPts val="1400"/>
              <a:buFont typeface="Arial" panose="020B0604020202020204" pitchFamily="34" charset="0"/>
              <a:buNone/>
            </a:pPr>
            <a:fld id="{C4990447-1E3C-486C-BF66-59ECA17FB2FD}" type="slidenum">
              <a:rPr lang="en-US" altLang="en-US"/>
              <a:pPr algn="r" eaLnBrk="1" hangingPunct="1">
                <a:buClr>
                  <a:srgbClr val="000000"/>
                </a:buClr>
                <a:buSzPts val="1400"/>
                <a:buFont typeface="Arial" panose="020B0604020202020204" pitchFamily="34" charset="0"/>
                <a:buNone/>
              </a:pPr>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6" name="Google Shape;44;p15:notes">
            <a:extLst>
              <a:ext uri="{FF2B5EF4-FFF2-40B4-BE49-F238E27FC236}">
                <a16:creationId xmlns:a16="http://schemas.microsoft.com/office/drawing/2014/main" id="{1DD6FB78-1A75-D881-DF1F-1E21FE96D70B}"/>
              </a:ext>
            </a:extLst>
          </p:cNvPr>
          <p:cNvSpPr>
            <a:spLocks noGrp="1" noRot="1" noChangeAspect="1" noTextEdit="1"/>
          </p:cNvSpPr>
          <p:nvPr>
            <p:ph type="sldImg" idx="2"/>
          </p:nvPr>
        </p:nvSpPr>
        <p:spPr>
          <a:xfrm>
            <a:off x="581025" y="1162050"/>
            <a:ext cx="5848350" cy="3136900"/>
          </a:xfrm>
          <a:noFill/>
          <a:ln w="12700" cap="flat">
            <a:headEnd/>
            <a:tailEnd/>
          </a:ln>
        </p:spPr>
      </p:sp>
      <p:sp>
        <p:nvSpPr>
          <p:cNvPr id="36867" name="Google Shape;45;p15:notes">
            <a:extLst>
              <a:ext uri="{FF2B5EF4-FFF2-40B4-BE49-F238E27FC236}">
                <a16:creationId xmlns:a16="http://schemas.microsoft.com/office/drawing/2014/main" id="{AA3BDD9C-B14E-F80C-B231-AAFB378A04B6}"/>
              </a:ext>
            </a:extLst>
          </p:cNvPr>
          <p:cNvSpPr txBox="1">
            <a:spLocks noGrp="1"/>
          </p:cNvSpPr>
          <p:nvPr>
            <p:ph type="body" idx="1"/>
          </p:nvPr>
        </p:nvSpPr>
        <p:spPr>
          <a:xfrm>
            <a:off x="701675" y="4473575"/>
            <a:ext cx="5607050" cy="3660775"/>
          </a:xfrm>
          <a:noFill/>
          <a:ln/>
        </p:spPr>
        <p:txBody>
          <a:bodyPr tIns="46550" bIns="46550"/>
          <a:lstStyle/>
          <a:p>
            <a:pPr marL="0" indent="0" eaLnBrk="1" hangingPunct="1">
              <a:buSzPts val="1200"/>
            </a:pPr>
            <a:endParaRPr lang="en-US" altLang="en-US" sz="1100">
              <a:latin typeface="Arial" panose="020B0604020202020204" pitchFamily="34" charset="0"/>
              <a:cs typeface="Arial" panose="020B0604020202020204" pitchFamily="34" charset="0"/>
            </a:endParaRPr>
          </a:p>
        </p:txBody>
      </p:sp>
      <p:sp>
        <p:nvSpPr>
          <p:cNvPr id="36868" name="Google Shape;46;p15:notes">
            <a:extLst>
              <a:ext uri="{FF2B5EF4-FFF2-40B4-BE49-F238E27FC236}">
                <a16:creationId xmlns:a16="http://schemas.microsoft.com/office/drawing/2014/main" id="{D8A7D5B1-ABA4-37CE-1953-BF5FAD7BBE24}"/>
              </a:ext>
            </a:extLst>
          </p:cNvPr>
          <p:cNvSpPr>
            <a:spLocks noGrp="1"/>
          </p:cNvSpPr>
          <p:nvPr>
            <p:ph type="sldNum" sz="quarter" idx="4294967295"/>
          </p:nvPr>
        </p:nvSpPr>
        <p:spPr bwMode="auto">
          <a:xfrm>
            <a:off x="3970338" y="8829675"/>
            <a:ext cx="3038475" cy="466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0" tIns="46550" rIns="93150" bIns="46550" anchor="b"/>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eaLnBrk="1" hangingPunct="1">
              <a:buClr>
                <a:srgbClr val="000000"/>
              </a:buClr>
              <a:buSzPts val="1400"/>
              <a:buFont typeface="Arial" panose="020B0604020202020204" pitchFamily="34" charset="0"/>
              <a:buNone/>
            </a:pPr>
            <a:fld id="{DEF1A288-CE51-4075-AA4D-4A34CC843BCE}" type="slidenum">
              <a:rPr lang="en-US" altLang="en-US"/>
              <a:pPr algn="r" eaLnBrk="1" hangingPunct="1">
                <a:buClr>
                  <a:srgbClr val="000000"/>
                </a:buClr>
                <a:buSzPts val="1400"/>
                <a:buFont typeface="Arial" panose="020B0604020202020204" pitchFamily="34" charset="0"/>
                <a:buNone/>
              </a:pPr>
              <a:t>4</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7890" name="Google Shape;44;p15:notes">
            <a:extLst>
              <a:ext uri="{FF2B5EF4-FFF2-40B4-BE49-F238E27FC236}">
                <a16:creationId xmlns:a16="http://schemas.microsoft.com/office/drawing/2014/main" id="{63A12628-16BD-EBDA-6910-062C700AC05A}"/>
              </a:ext>
            </a:extLst>
          </p:cNvPr>
          <p:cNvSpPr>
            <a:spLocks noGrp="1" noRot="1" noChangeAspect="1" noTextEdit="1"/>
          </p:cNvSpPr>
          <p:nvPr>
            <p:ph type="sldImg" idx="2"/>
          </p:nvPr>
        </p:nvSpPr>
        <p:spPr>
          <a:xfrm>
            <a:off x="581025" y="1162050"/>
            <a:ext cx="5848350" cy="3136900"/>
          </a:xfrm>
          <a:noFill/>
          <a:ln w="12700" cap="flat">
            <a:headEnd/>
            <a:tailEnd/>
          </a:ln>
        </p:spPr>
      </p:sp>
      <p:sp>
        <p:nvSpPr>
          <p:cNvPr id="37891" name="Google Shape;45;p15:notes">
            <a:extLst>
              <a:ext uri="{FF2B5EF4-FFF2-40B4-BE49-F238E27FC236}">
                <a16:creationId xmlns:a16="http://schemas.microsoft.com/office/drawing/2014/main" id="{6058F981-E721-A60F-FAA1-978A1F36EA46}"/>
              </a:ext>
            </a:extLst>
          </p:cNvPr>
          <p:cNvSpPr txBox="1">
            <a:spLocks noGrp="1"/>
          </p:cNvSpPr>
          <p:nvPr>
            <p:ph type="body" idx="1"/>
          </p:nvPr>
        </p:nvSpPr>
        <p:spPr>
          <a:xfrm>
            <a:off x="701675" y="4473575"/>
            <a:ext cx="5607050" cy="3660775"/>
          </a:xfrm>
          <a:noFill/>
          <a:ln/>
        </p:spPr>
        <p:txBody>
          <a:bodyPr tIns="46550" bIns="46550"/>
          <a:lstStyle/>
          <a:p>
            <a:pPr marL="0" indent="0" eaLnBrk="1" hangingPunct="1">
              <a:buSzPts val="1200"/>
            </a:pPr>
            <a:endParaRPr lang="en-US" altLang="en-US" sz="1100">
              <a:latin typeface="Arial" panose="020B0604020202020204" pitchFamily="34" charset="0"/>
              <a:cs typeface="Arial" panose="020B0604020202020204" pitchFamily="34" charset="0"/>
            </a:endParaRPr>
          </a:p>
        </p:txBody>
      </p:sp>
      <p:sp>
        <p:nvSpPr>
          <p:cNvPr id="37892" name="Google Shape;46;p15:notes">
            <a:extLst>
              <a:ext uri="{FF2B5EF4-FFF2-40B4-BE49-F238E27FC236}">
                <a16:creationId xmlns:a16="http://schemas.microsoft.com/office/drawing/2014/main" id="{1F244BD9-B2A9-5948-4824-6A6A312F29D8}"/>
              </a:ext>
            </a:extLst>
          </p:cNvPr>
          <p:cNvSpPr>
            <a:spLocks noGrp="1"/>
          </p:cNvSpPr>
          <p:nvPr>
            <p:ph type="sldNum" sz="quarter" idx="4294967295"/>
          </p:nvPr>
        </p:nvSpPr>
        <p:spPr bwMode="auto">
          <a:xfrm>
            <a:off x="3970338" y="8829675"/>
            <a:ext cx="3038475" cy="466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0" tIns="46550" rIns="93150" bIns="46550" anchor="b"/>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eaLnBrk="1" hangingPunct="1">
              <a:buClr>
                <a:srgbClr val="000000"/>
              </a:buClr>
              <a:buSzPts val="1400"/>
              <a:buFont typeface="Arial" panose="020B0604020202020204" pitchFamily="34" charset="0"/>
              <a:buNone/>
            </a:pPr>
            <a:fld id="{5059F3CC-5B48-4ADB-A150-021BD201C5CD}" type="slidenum">
              <a:rPr lang="en-US" altLang="en-US"/>
              <a:pPr algn="r" eaLnBrk="1" hangingPunct="1">
                <a:buClr>
                  <a:srgbClr val="000000"/>
                </a:buClr>
                <a:buSzPts val="1400"/>
                <a:buFont typeface="Arial" panose="020B0604020202020204" pitchFamily="34" charset="0"/>
                <a:buNone/>
              </a:pPr>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9938" name="Google Shape;44;p15:notes">
            <a:extLst>
              <a:ext uri="{FF2B5EF4-FFF2-40B4-BE49-F238E27FC236}">
                <a16:creationId xmlns:a16="http://schemas.microsoft.com/office/drawing/2014/main" id="{3F743A88-4473-D957-464D-41428F57CB0A}"/>
              </a:ext>
            </a:extLst>
          </p:cNvPr>
          <p:cNvSpPr>
            <a:spLocks noGrp="1" noRot="1" noChangeAspect="1" noTextEdit="1"/>
          </p:cNvSpPr>
          <p:nvPr>
            <p:ph type="sldImg" idx="2"/>
          </p:nvPr>
        </p:nvSpPr>
        <p:spPr>
          <a:xfrm>
            <a:off x="581025" y="1162050"/>
            <a:ext cx="5848350" cy="3136900"/>
          </a:xfrm>
          <a:noFill/>
          <a:ln w="12700" cap="flat">
            <a:headEnd/>
            <a:tailEnd/>
          </a:ln>
        </p:spPr>
      </p:sp>
      <p:sp>
        <p:nvSpPr>
          <p:cNvPr id="39939" name="Google Shape;45;p15:notes">
            <a:extLst>
              <a:ext uri="{FF2B5EF4-FFF2-40B4-BE49-F238E27FC236}">
                <a16:creationId xmlns:a16="http://schemas.microsoft.com/office/drawing/2014/main" id="{6C68D46D-7F2D-7CDE-0661-6BC5E753C856}"/>
              </a:ext>
            </a:extLst>
          </p:cNvPr>
          <p:cNvSpPr txBox="1">
            <a:spLocks noGrp="1"/>
          </p:cNvSpPr>
          <p:nvPr>
            <p:ph type="body" idx="1"/>
          </p:nvPr>
        </p:nvSpPr>
        <p:spPr>
          <a:xfrm>
            <a:off x="701675" y="4473575"/>
            <a:ext cx="5607050" cy="3660775"/>
          </a:xfrm>
          <a:noFill/>
          <a:ln/>
        </p:spPr>
        <p:txBody>
          <a:bodyPr tIns="46550" bIns="46550"/>
          <a:lstStyle/>
          <a:p>
            <a:pPr marL="0" indent="0" eaLnBrk="1" hangingPunct="1">
              <a:buSzPts val="1200"/>
            </a:pPr>
            <a:endParaRPr lang="en-US" altLang="en-US" sz="1100">
              <a:latin typeface="Arial" panose="020B0604020202020204" pitchFamily="34" charset="0"/>
              <a:cs typeface="Arial" panose="020B0604020202020204" pitchFamily="34" charset="0"/>
            </a:endParaRPr>
          </a:p>
        </p:txBody>
      </p:sp>
      <p:sp>
        <p:nvSpPr>
          <p:cNvPr id="39940" name="Google Shape;46;p15:notes">
            <a:extLst>
              <a:ext uri="{FF2B5EF4-FFF2-40B4-BE49-F238E27FC236}">
                <a16:creationId xmlns:a16="http://schemas.microsoft.com/office/drawing/2014/main" id="{ACDC82AD-710B-48FC-5A19-9E4B41F26D34}"/>
              </a:ext>
            </a:extLst>
          </p:cNvPr>
          <p:cNvSpPr>
            <a:spLocks noGrp="1"/>
          </p:cNvSpPr>
          <p:nvPr>
            <p:ph type="sldNum" sz="quarter" idx="4294967295"/>
          </p:nvPr>
        </p:nvSpPr>
        <p:spPr bwMode="auto">
          <a:xfrm>
            <a:off x="3970338" y="8829675"/>
            <a:ext cx="3038475" cy="466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0" tIns="46550" rIns="93150" bIns="46550" anchor="b"/>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eaLnBrk="1" hangingPunct="1">
              <a:buClr>
                <a:srgbClr val="000000"/>
              </a:buClr>
              <a:buSzPts val="1400"/>
              <a:buFont typeface="Arial" panose="020B0604020202020204" pitchFamily="34" charset="0"/>
              <a:buNone/>
            </a:pPr>
            <a:fld id="{DE4F7190-C73E-4032-8F6A-79525FBD6A7A}" type="slidenum">
              <a:rPr lang="en-US" altLang="en-US"/>
              <a:pPr algn="r" eaLnBrk="1" hangingPunct="1">
                <a:buClr>
                  <a:srgbClr val="000000"/>
                </a:buClr>
                <a:buSzPts val="1400"/>
                <a:buFont typeface="Arial" panose="020B0604020202020204" pitchFamily="34" charset="0"/>
                <a:buNone/>
              </a:pPr>
              <a:t>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1986" name="Google Shape;44;p15:notes">
            <a:extLst>
              <a:ext uri="{FF2B5EF4-FFF2-40B4-BE49-F238E27FC236}">
                <a16:creationId xmlns:a16="http://schemas.microsoft.com/office/drawing/2014/main" id="{F71825CE-597E-58CC-EDBA-98276A84A683}"/>
              </a:ext>
            </a:extLst>
          </p:cNvPr>
          <p:cNvSpPr>
            <a:spLocks noGrp="1" noRot="1" noChangeAspect="1" noTextEdit="1"/>
          </p:cNvSpPr>
          <p:nvPr>
            <p:ph type="sldImg" idx="2"/>
          </p:nvPr>
        </p:nvSpPr>
        <p:spPr>
          <a:xfrm>
            <a:off x="581025" y="1162050"/>
            <a:ext cx="5848350" cy="3136900"/>
          </a:xfrm>
          <a:noFill/>
          <a:ln w="12700" cap="flat">
            <a:headEnd/>
            <a:tailEnd/>
          </a:ln>
        </p:spPr>
      </p:sp>
      <p:sp>
        <p:nvSpPr>
          <p:cNvPr id="41987" name="Google Shape;45;p15:notes">
            <a:extLst>
              <a:ext uri="{FF2B5EF4-FFF2-40B4-BE49-F238E27FC236}">
                <a16:creationId xmlns:a16="http://schemas.microsoft.com/office/drawing/2014/main" id="{137A8A9E-9BA6-39B8-03D1-A03F54FE76A5}"/>
              </a:ext>
            </a:extLst>
          </p:cNvPr>
          <p:cNvSpPr txBox="1">
            <a:spLocks noGrp="1"/>
          </p:cNvSpPr>
          <p:nvPr>
            <p:ph type="body" idx="1"/>
          </p:nvPr>
        </p:nvSpPr>
        <p:spPr>
          <a:xfrm>
            <a:off x="701675" y="4473575"/>
            <a:ext cx="5607050" cy="3660775"/>
          </a:xfrm>
          <a:noFill/>
          <a:ln/>
        </p:spPr>
        <p:txBody>
          <a:bodyPr tIns="46550" bIns="46550"/>
          <a:lstStyle/>
          <a:p>
            <a:pPr marL="0" indent="0" eaLnBrk="1" hangingPunct="1">
              <a:buSzPts val="1200"/>
            </a:pPr>
            <a:endParaRPr lang="en-US" altLang="en-US" sz="1100" dirty="0">
              <a:latin typeface="Arial" panose="020B0604020202020204" pitchFamily="34" charset="0"/>
              <a:cs typeface="Arial" panose="020B0604020202020204" pitchFamily="34" charset="0"/>
            </a:endParaRPr>
          </a:p>
        </p:txBody>
      </p:sp>
      <p:sp>
        <p:nvSpPr>
          <p:cNvPr id="41988" name="Google Shape;46;p15:notes">
            <a:extLst>
              <a:ext uri="{FF2B5EF4-FFF2-40B4-BE49-F238E27FC236}">
                <a16:creationId xmlns:a16="http://schemas.microsoft.com/office/drawing/2014/main" id="{8BFA5DD1-AF8A-0962-BE66-2C1E16BA7DA9}"/>
              </a:ext>
            </a:extLst>
          </p:cNvPr>
          <p:cNvSpPr>
            <a:spLocks noGrp="1"/>
          </p:cNvSpPr>
          <p:nvPr>
            <p:ph type="sldNum" sz="quarter" idx="4294967295"/>
          </p:nvPr>
        </p:nvSpPr>
        <p:spPr bwMode="auto">
          <a:xfrm>
            <a:off x="3970338" y="8829675"/>
            <a:ext cx="3038475" cy="466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0" tIns="46550" rIns="93150" bIns="46550" anchor="b"/>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eaLnBrk="1" hangingPunct="1">
              <a:buClr>
                <a:srgbClr val="000000"/>
              </a:buClr>
              <a:buSzPts val="1400"/>
              <a:buFont typeface="Arial" panose="020B0604020202020204" pitchFamily="34" charset="0"/>
              <a:buNone/>
            </a:pPr>
            <a:fld id="{DC1079D5-B088-4C61-A257-7E48F47EAC24}" type="slidenum">
              <a:rPr lang="en-US" altLang="en-US"/>
              <a:pPr algn="r" eaLnBrk="1" hangingPunct="1">
                <a:buClr>
                  <a:srgbClr val="000000"/>
                </a:buClr>
                <a:buSzPts val="1400"/>
                <a:buFont typeface="Arial" panose="020B0604020202020204" pitchFamily="34" charset="0"/>
                <a:buNone/>
              </a:pPr>
              <a:t>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3010" name="Google Shape;44;p15:notes">
            <a:extLst>
              <a:ext uri="{FF2B5EF4-FFF2-40B4-BE49-F238E27FC236}">
                <a16:creationId xmlns:a16="http://schemas.microsoft.com/office/drawing/2014/main" id="{C9813B0B-3A44-F4B0-C3B4-A612B3331712}"/>
              </a:ext>
            </a:extLst>
          </p:cNvPr>
          <p:cNvSpPr>
            <a:spLocks noGrp="1" noRot="1" noChangeAspect="1" noTextEdit="1"/>
          </p:cNvSpPr>
          <p:nvPr>
            <p:ph type="sldImg" idx="2"/>
          </p:nvPr>
        </p:nvSpPr>
        <p:spPr>
          <a:xfrm>
            <a:off x="581025" y="1162050"/>
            <a:ext cx="5848350" cy="3136900"/>
          </a:xfrm>
          <a:noFill/>
          <a:ln w="12700" cap="flat">
            <a:headEnd/>
            <a:tailEnd/>
          </a:ln>
        </p:spPr>
      </p:sp>
      <p:sp>
        <p:nvSpPr>
          <p:cNvPr id="43011" name="Google Shape;45;p15:notes">
            <a:extLst>
              <a:ext uri="{FF2B5EF4-FFF2-40B4-BE49-F238E27FC236}">
                <a16:creationId xmlns:a16="http://schemas.microsoft.com/office/drawing/2014/main" id="{5067330B-6635-B6BA-AB99-89D677994FD0}"/>
              </a:ext>
            </a:extLst>
          </p:cNvPr>
          <p:cNvSpPr txBox="1">
            <a:spLocks noGrp="1"/>
          </p:cNvSpPr>
          <p:nvPr>
            <p:ph type="body" idx="1"/>
          </p:nvPr>
        </p:nvSpPr>
        <p:spPr>
          <a:xfrm>
            <a:off x="701675" y="4473575"/>
            <a:ext cx="5607050" cy="3660775"/>
          </a:xfrm>
          <a:noFill/>
          <a:ln/>
        </p:spPr>
        <p:txBody>
          <a:bodyPr tIns="46550" bIns="46550"/>
          <a:lstStyle/>
          <a:p>
            <a:pPr marL="0" indent="0" eaLnBrk="1" hangingPunct="1">
              <a:buSzPts val="1200"/>
            </a:pPr>
            <a:endParaRPr lang="en-US" altLang="en-US" sz="1100">
              <a:latin typeface="Arial" panose="020B0604020202020204" pitchFamily="34" charset="0"/>
              <a:cs typeface="Arial" panose="020B0604020202020204" pitchFamily="34" charset="0"/>
            </a:endParaRPr>
          </a:p>
        </p:txBody>
      </p:sp>
      <p:sp>
        <p:nvSpPr>
          <p:cNvPr id="43012" name="Google Shape;46;p15:notes">
            <a:extLst>
              <a:ext uri="{FF2B5EF4-FFF2-40B4-BE49-F238E27FC236}">
                <a16:creationId xmlns:a16="http://schemas.microsoft.com/office/drawing/2014/main" id="{D7C95E56-919E-42CC-DCDE-517F476D80AF}"/>
              </a:ext>
            </a:extLst>
          </p:cNvPr>
          <p:cNvSpPr>
            <a:spLocks noGrp="1"/>
          </p:cNvSpPr>
          <p:nvPr>
            <p:ph type="sldNum" sz="quarter" idx="4294967295"/>
          </p:nvPr>
        </p:nvSpPr>
        <p:spPr bwMode="auto">
          <a:xfrm>
            <a:off x="3970338" y="8829675"/>
            <a:ext cx="3038475" cy="466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0" tIns="46550" rIns="93150" bIns="46550" anchor="b"/>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eaLnBrk="1" hangingPunct="1">
              <a:buClr>
                <a:srgbClr val="000000"/>
              </a:buClr>
              <a:buSzPts val="1400"/>
              <a:buFont typeface="Arial" panose="020B0604020202020204" pitchFamily="34" charset="0"/>
              <a:buNone/>
            </a:pPr>
            <a:fld id="{18DD7403-4846-43AA-8D27-E6BBC5A0F249}" type="slidenum">
              <a:rPr lang="en-US" altLang="en-US"/>
              <a:pPr algn="r" eaLnBrk="1" hangingPunct="1">
                <a:buClr>
                  <a:srgbClr val="000000"/>
                </a:buClr>
                <a:buSzPts val="1400"/>
                <a:buFont typeface="Arial" panose="020B0604020202020204" pitchFamily="34" charset="0"/>
                <a:buNone/>
              </a:pPr>
              <a:t>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4034" name="Google Shape;44;p15:notes">
            <a:extLst>
              <a:ext uri="{FF2B5EF4-FFF2-40B4-BE49-F238E27FC236}">
                <a16:creationId xmlns:a16="http://schemas.microsoft.com/office/drawing/2014/main" id="{F53B65FE-7C8B-4F85-BA18-9CB26520865C}"/>
              </a:ext>
            </a:extLst>
          </p:cNvPr>
          <p:cNvSpPr>
            <a:spLocks noGrp="1" noRot="1" noChangeAspect="1" noTextEdit="1"/>
          </p:cNvSpPr>
          <p:nvPr>
            <p:ph type="sldImg" idx="2"/>
          </p:nvPr>
        </p:nvSpPr>
        <p:spPr>
          <a:xfrm>
            <a:off x="581025" y="1162050"/>
            <a:ext cx="5848350" cy="3136900"/>
          </a:xfrm>
          <a:noFill/>
          <a:ln w="12700" cap="flat">
            <a:headEnd/>
            <a:tailEnd/>
          </a:ln>
        </p:spPr>
      </p:sp>
      <p:sp>
        <p:nvSpPr>
          <p:cNvPr id="44035" name="Google Shape;45;p15:notes">
            <a:extLst>
              <a:ext uri="{FF2B5EF4-FFF2-40B4-BE49-F238E27FC236}">
                <a16:creationId xmlns:a16="http://schemas.microsoft.com/office/drawing/2014/main" id="{AE24EBF6-EA32-04B4-07C7-18C21E7A84B3}"/>
              </a:ext>
            </a:extLst>
          </p:cNvPr>
          <p:cNvSpPr txBox="1">
            <a:spLocks noGrp="1"/>
          </p:cNvSpPr>
          <p:nvPr>
            <p:ph type="body" idx="1"/>
          </p:nvPr>
        </p:nvSpPr>
        <p:spPr>
          <a:xfrm>
            <a:off x="701675" y="4473575"/>
            <a:ext cx="5607050" cy="3660775"/>
          </a:xfrm>
          <a:noFill/>
          <a:ln/>
        </p:spPr>
        <p:txBody>
          <a:bodyPr tIns="46550" bIns="46550"/>
          <a:lstStyle/>
          <a:p>
            <a:pPr marL="0" indent="0" eaLnBrk="1" hangingPunct="1">
              <a:buSzPts val="1200"/>
            </a:pPr>
            <a:endParaRPr lang="en-US" altLang="en-US" sz="1100">
              <a:latin typeface="Arial" panose="020B0604020202020204" pitchFamily="34" charset="0"/>
              <a:cs typeface="Arial" panose="020B0604020202020204" pitchFamily="34" charset="0"/>
            </a:endParaRPr>
          </a:p>
        </p:txBody>
      </p:sp>
      <p:sp>
        <p:nvSpPr>
          <p:cNvPr id="44036" name="Google Shape;46;p15:notes">
            <a:extLst>
              <a:ext uri="{FF2B5EF4-FFF2-40B4-BE49-F238E27FC236}">
                <a16:creationId xmlns:a16="http://schemas.microsoft.com/office/drawing/2014/main" id="{A50589DC-5307-2BA0-948C-7F460FBB5B2B}"/>
              </a:ext>
            </a:extLst>
          </p:cNvPr>
          <p:cNvSpPr>
            <a:spLocks noGrp="1"/>
          </p:cNvSpPr>
          <p:nvPr>
            <p:ph type="sldNum" sz="quarter" idx="4294967295"/>
          </p:nvPr>
        </p:nvSpPr>
        <p:spPr bwMode="auto">
          <a:xfrm>
            <a:off x="3970338" y="8829675"/>
            <a:ext cx="3038475" cy="4667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0" tIns="46550" rIns="93150" bIns="46550" anchor="b"/>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eaLnBrk="1" hangingPunct="1">
              <a:buClr>
                <a:srgbClr val="000000"/>
              </a:buClr>
              <a:buSzPts val="1400"/>
              <a:buFont typeface="Arial" panose="020B0604020202020204" pitchFamily="34" charset="0"/>
              <a:buNone/>
            </a:pPr>
            <a:fld id="{0C4ACF85-64A9-4A98-8C8C-3DF0BE084541}" type="slidenum">
              <a:rPr lang="en-US" altLang="en-US"/>
              <a:pPr algn="r" eaLnBrk="1" hangingPunct="1">
                <a:buClr>
                  <a:srgbClr val="000000"/>
                </a:buClr>
                <a:buSzPts val="1400"/>
                <a:buFont typeface="Arial" panose="020B0604020202020204" pitchFamily="34" charset="0"/>
                <a:buNone/>
              </a:pPr>
              <a:t>9</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3049376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4"/>
        <p:cNvGrpSpPr/>
        <p:nvPr/>
      </p:nvGrpSpPr>
      <p:grpSpPr>
        <a:xfrm>
          <a:off x="0" y="0"/>
          <a:ext cx="0" cy="0"/>
          <a:chOff x="0" y="0"/>
          <a:chExt cx="0" cy="0"/>
        </a:xfrm>
      </p:grpSpPr>
      <p:sp>
        <p:nvSpPr>
          <p:cNvPr id="15" name="Google Shape;15;p7"/>
          <p:cNvSpPr txBox="1">
            <a:spLocks noGrp="1"/>
          </p:cNvSpPr>
          <p:nvPr>
            <p:ph type="title"/>
          </p:nvPr>
        </p:nvSpPr>
        <p:spPr>
          <a:xfrm>
            <a:off x="2399015" y="430307"/>
            <a:ext cx="5279420" cy="357420"/>
          </a:xfrm>
          <a:prstGeom prst="rect">
            <a:avLst/>
          </a:prstGeom>
          <a:noFill/>
          <a:ln>
            <a:noFill/>
          </a:ln>
        </p:spPr>
        <p:txBody>
          <a:bodyPr spcFirstLastPara="1">
            <a:noAutofit/>
          </a:bodyPr>
          <a:lstStyle>
            <a:lvl1pPr lvl="0" algn="ctr">
              <a:lnSpc>
                <a:spcPct val="100000"/>
              </a:lnSpc>
              <a:spcBef>
                <a:spcPts val="0"/>
              </a:spcBef>
              <a:spcAft>
                <a:spcPts val="0"/>
              </a:spcAft>
              <a:buSzPts val="2800"/>
              <a:buNone/>
              <a:defRPr sz="2500">
                <a:solidFill>
                  <a:schemeClr val="dk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extLst>
      <p:ext uri="{BB962C8B-B14F-4D97-AF65-F5344CB8AC3E}">
        <p14:creationId xmlns:p14="http://schemas.microsoft.com/office/powerpoint/2010/main" val="802287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25"/>
        <p:cNvGrpSpPr/>
        <p:nvPr/>
      </p:nvGrpSpPr>
      <p:grpSpPr>
        <a:xfrm>
          <a:off x="0" y="0"/>
          <a:ext cx="0" cy="0"/>
          <a:chOff x="0" y="0"/>
          <a:chExt cx="0" cy="0"/>
        </a:xfrm>
      </p:grpSpPr>
      <p:sp>
        <p:nvSpPr>
          <p:cNvPr id="26" name="Google Shape;26;p9"/>
          <p:cNvSpPr txBox="1">
            <a:spLocks noGrp="1"/>
          </p:cNvSpPr>
          <p:nvPr>
            <p:ph type="title"/>
          </p:nvPr>
        </p:nvSpPr>
        <p:spPr>
          <a:xfrm>
            <a:off x="503873" y="430307"/>
            <a:ext cx="4534853" cy="539912"/>
          </a:xfrm>
          <a:prstGeom prst="rect">
            <a:avLst/>
          </a:prstGeom>
          <a:noFill/>
          <a:ln>
            <a:noFill/>
          </a:ln>
        </p:spPr>
        <p:txBody>
          <a:bodyPr spcFirstLastPara="1">
            <a:noAutofit/>
          </a:bodyPr>
          <a:lstStyle>
            <a:lvl1pPr lvl="0" algn="l">
              <a:lnSpc>
                <a:spcPct val="100000"/>
              </a:lnSpc>
              <a:spcBef>
                <a:spcPts val="0"/>
              </a:spcBef>
              <a:spcAft>
                <a:spcPts val="0"/>
              </a:spcAft>
              <a:buSzPts val="2800"/>
              <a:buNone/>
              <a:defRPr>
                <a:solidFill>
                  <a:schemeClr val="dk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extLst>
      <p:ext uri="{BB962C8B-B14F-4D97-AF65-F5344CB8AC3E}">
        <p14:creationId xmlns:p14="http://schemas.microsoft.com/office/powerpoint/2010/main" val="3529418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343519" y="583723"/>
            <a:ext cx="3094650" cy="793951"/>
          </a:xfrm>
          <a:prstGeom prst="rect">
            <a:avLst/>
          </a:prstGeom>
          <a:noFill/>
          <a:ln>
            <a:noFill/>
          </a:ln>
        </p:spPr>
        <p:txBody>
          <a:bodyPr spcFirstLastPara="1" anchor="b">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9" name="Google Shape;29;p10"/>
          <p:cNvSpPr txBox="1">
            <a:spLocks noGrp="1"/>
          </p:cNvSpPr>
          <p:nvPr>
            <p:ph type="body" idx="1"/>
          </p:nvPr>
        </p:nvSpPr>
        <p:spPr>
          <a:xfrm>
            <a:off x="343519" y="1459938"/>
            <a:ext cx="3094650" cy="3340333"/>
          </a:xfrm>
          <a:prstGeom prst="rect">
            <a:avLst/>
          </a:prstGeom>
          <a:noFill/>
          <a:ln>
            <a:noFill/>
          </a:ln>
        </p:spPr>
        <p:txBody>
          <a:bodyPr spcFirstLastPara="1">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Tree>
    <p:extLst>
      <p:ext uri="{BB962C8B-B14F-4D97-AF65-F5344CB8AC3E}">
        <p14:creationId xmlns:p14="http://schemas.microsoft.com/office/powerpoint/2010/main" val="172901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0"/>
        <p:cNvGrpSpPr/>
        <p:nvPr/>
      </p:nvGrpSpPr>
      <p:grpSpPr>
        <a:xfrm>
          <a:off x="0" y="0"/>
          <a:ext cx="0" cy="0"/>
          <a:chOff x="0" y="0"/>
          <a:chExt cx="0" cy="0"/>
        </a:xfrm>
      </p:grpSpPr>
      <p:sp>
        <p:nvSpPr>
          <p:cNvPr id="31" name="Google Shape;31;p11"/>
          <p:cNvSpPr txBox="1">
            <a:spLocks noGrp="1"/>
          </p:cNvSpPr>
          <p:nvPr>
            <p:ph type="title"/>
          </p:nvPr>
        </p:nvSpPr>
        <p:spPr>
          <a:xfrm>
            <a:off x="540297" y="472935"/>
            <a:ext cx="7017846" cy="4297865"/>
          </a:xfrm>
          <a:prstGeom prst="rect">
            <a:avLst/>
          </a:prstGeom>
          <a:noFill/>
          <a:ln>
            <a:noFill/>
          </a:ln>
        </p:spPr>
        <p:txBody>
          <a:bodyPr spcFirstLastPara="1">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Tree>
    <p:extLst>
      <p:ext uri="{BB962C8B-B14F-4D97-AF65-F5344CB8AC3E}">
        <p14:creationId xmlns:p14="http://schemas.microsoft.com/office/powerpoint/2010/main" val="2485666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2"/>
        <p:cNvGrpSpPr/>
        <p:nvPr/>
      </p:nvGrpSpPr>
      <p:grpSpPr>
        <a:xfrm>
          <a:off x="0" y="0"/>
          <a:ext cx="0" cy="0"/>
          <a:chOff x="0" y="0"/>
          <a:chExt cx="0" cy="0"/>
        </a:xfrm>
      </p:grpSpPr>
      <p:sp>
        <p:nvSpPr>
          <p:cNvPr id="2" name="Google Shape;33;p12">
            <a:extLst>
              <a:ext uri="{FF2B5EF4-FFF2-40B4-BE49-F238E27FC236}">
                <a16:creationId xmlns:a16="http://schemas.microsoft.com/office/drawing/2014/main" id="{AC10DF58-F158-3993-4251-03A478993B19}"/>
              </a:ext>
            </a:extLst>
          </p:cNvPr>
          <p:cNvSpPr>
            <a:spLocks noChangeArrowheads="1"/>
          </p:cNvSpPr>
          <p:nvPr/>
        </p:nvSpPr>
        <p:spPr bwMode="auto">
          <a:xfrm>
            <a:off x="5038725" y="0"/>
            <a:ext cx="5038725" cy="5403850"/>
          </a:xfrm>
          <a:prstGeom prst="rect">
            <a:avLst/>
          </a:prstGeom>
          <a:solidFill>
            <a:schemeClr val="tx2"/>
          </a:solidFill>
          <a:ln w="9525">
            <a:noFill/>
            <a:miter lim="800000"/>
            <a:headEnd/>
            <a:tailEnd/>
          </a:ln>
        </p:spPr>
        <p:txBody>
          <a:bodyPr lIns="91425" tIns="91425" rIns="91425" bIns="91425" anchor="ctr"/>
          <a:lstStyle/>
          <a:p>
            <a:pPr>
              <a:buClr>
                <a:srgbClr val="000000"/>
              </a:buClr>
              <a:buSzPts val="1400"/>
              <a:buFont typeface="Arial" charset="0"/>
              <a:buNone/>
              <a:defRPr/>
            </a:pPr>
            <a:endParaRPr lang="en-US">
              <a:latin typeface="Arial" charset="0"/>
              <a:cs typeface="Arial" charset="0"/>
              <a:sym typeface="Arial" charset="0"/>
            </a:endParaRPr>
          </a:p>
        </p:txBody>
      </p:sp>
      <p:sp>
        <p:nvSpPr>
          <p:cNvPr id="34" name="Google Shape;34;p12"/>
          <p:cNvSpPr txBox="1">
            <a:spLocks noGrp="1"/>
          </p:cNvSpPr>
          <p:nvPr>
            <p:ph type="title"/>
          </p:nvPr>
        </p:nvSpPr>
        <p:spPr>
          <a:xfrm>
            <a:off x="292603" y="1295595"/>
            <a:ext cx="4458148" cy="1557330"/>
          </a:xfrm>
          <a:prstGeom prst="rect">
            <a:avLst/>
          </a:prstGeom>
          <a:noFill/>
          <a:ln>
            <a:noFill/>
          </a:ln>
        </p:spPr>
        <p:txBody>
          <a:bodyPr spcFirstLastPara="1" anchor="b">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5" name="Google Shape;35;p12"/>
          <p:cNvSpPr txBox="1">
            <a:spLocks noGrp="1"/>
          </p:cNvSpPr>
          <p:nvPr>
            <p:ph type="subTitle" idx="1"/>
          </p:nvPr>
        </p:nvSpPr>
        <p:spPr>
          <a:xfrm>
            <a:off x="292603" y="2944959"/>
            <a:ext cx="4458148" cy="1297617"/>
          </a:xfrm>
          <a:prstGeom prst="rect">
            <a:avLst/>
          </a:prstGeom>
          <a:noFill/>
          <a:ln>
            <a:noFill/>
          </a:ln>
        </p:spPr>
        <p:txBody>
          <a:bodyPr spcFirstLastPara="1">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6" name="Google Shape;36;p12"/>
          <p:cNvSpPr txBox="1">
            <a:spLocks noGrp="1"/>
          </p:cNvSpPr>
          <p:nvPr>
            <p:ph type="body" idx="2"/>
          </p:nvPr>
        </p:nvSpPr>
        <p:spPr>
          <a:xfrm>
            <a:off x="5443741" y="760726"/>
            <a:ext cx="4228694" cy="3882136"/>
          </a:xfrm>
          <a:prstGeom prst="rect">
            <a:avLst/>
          </a:prstGeom>
          <a:noFill/>
          <a:ln>
            <a:noFill/>
          </a:ln>
        </p:spPr>
        <p:txBody>
          <a:bodyPr spcFirstLastPara="1" anchor="ctr">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3" name="Google Shape;37;p12">
            <a:extLst>
              <a:ext uri="{FF2B5EF4-FFF2-40B4-BE49-F238E27FC236}">
                <a16:creationId xmlns:a16="http://schemas.microsoft.com/office/drawing/2014/main" id="{EF570C9E-F50C-F6FE-8B94-D16D17FB1DA8}"/>
              </a:ext>
            </a:extLst>
          </p:cNvPr>
          <p:cNvSpPr txBox="1">
            <a:spLocks noGrp="1"/>
          </p:cNvSpPr>
          <p:nvPr>
            <p:ph type="sldNum" idx="10"/>
          </p:nvPr>
        </p:nvSpPr>
        <p:spPr/>
        <p:txBody>
          <a:bodyPr/>
          <a:lstStyle>
            <a:lvl1pPr>
              <a:defRPr/>
            </a:lvl1pPr>
          </a:lstStyle>
          <a:p>
            <a:fld id="{4886F359-CB01-4F41-8960-13E9A12B1DEC}" type="slidenum">
              <a:rPr lang="en-US" altLang="en-US"/>
              <a:pPr/>
              <a:t>‹#›</a:t>
            </a:fld>
            <a:endParaRPr lang="en-US" altLang="en-US"/>
          </a:p>
        </p:txBody>
      </p:sp>
    </p:spTree>
    <p:extLst>
      <p:ext uri="{BB962C8B-B14F-4D97-AF65-F5344CB8AC3E}">
        <p14:creationId xmlns:p14="http://schemas.microsoft.com/office/powerpoint/2010/main" val="925850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8"/>
        <p:cNvGrpSpPr/>
        <p:nvPr/>
      </p:nvGrpSpPr>
      <p:grpSpPr>
        <a:xfrm>
          <a:off x="0" y="0"/>
          <a:ext cx="0" cy="0"/>
          <a:chOff x="0" y="0"/>
          <a:chExt cx="0" cy="0"/>
        </a:xfrm>
      </p:grpSpPr>
      <p:sp>
        <p:nvSpPr>
          <p:cNvPr id="39" name="Google Shape;39;p13"/>
          <p:cNvSpPr txBox="1">
            <a:spLocks noGrp="1"/>
          </p:cNvSpPr>
          <p:nvPr>
            <p:ph type="body" idx="1"/>
          </p:nvPr>
        </p:nvSpPr>
        <p:spPr>
          <a:xfrm>
            <a:off x="343519" y="4444715"/>
            <a:ext cx="6611178" cy="635729"/>
          </a:xfrm>
          <a:prstGeom prst="rect">
            <a:avLst/>
          </a:prstGeom>
          <a:noFill/>
          <a:ln>
            <a:noFill/>
          </a:ln>
        </p:spPr>
        <p:txBody>
          <a:bodyPr spcFirstLastPara="1" anchor="ctr">
            <a:noAutofit/>
          </a:bodyPr>
          <a:lstStyle>
            <a:lvl1pPr marL="457200" lvl="0" indent="-228600" algn="l">
              <a:lnSpc>
                <a:spcPct val="100000"/>
              </a:lnSpc>
              <a:spcBef>
                <a:spcPts val="0"/>
              </a:spcBef>
              <a:spcAft>
                <a:spcPts val="0"/>
              </a:spcAft>
              <a:buSzPts val="1800"/>
              <a:buNone/>
              <a:defRPr/>
            </a:lvl1pPr>
          </a:lstStyle>
          <a:p>
            <a:endParaRPr/>
          </a:p>
        </p:txBody>
      </p:sp>
    </p:spTree>
    <p:extLst>
      <p:ext uri="{BB962C8B-B14F-4D97-AF65-F5344CB8AC3E}">
        <p14:creationId xmlns:p14="http://schemas.microsoft.com/office/powerpoint/2010/main" val="2797276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Google Shape;6;p5">
            <a:extLst>
              <a:ext uri="{FF2B5EF4-FFF2-40B4-BE49-F238E27FC236}">
                <a16:creationId xmlns:a16="http://schemas.microsoft.com/office/drawing/2014/main" id="{A1DF2740-DF50-FFD5-626F-EA7E25C0FEB6}"/>
              </a:ext>
            </a:extLst>
          </p:cNvPr>
          <p:cNvSpPr txBox="1">
            <a:spLocks noGrp="1"/>
          </p:cNvSpPr>
          <p:nvPr>
            <p:ph type="title"/>
          </p:nvPr>
        </p:nvSpPr>
        <p:spPr bwMode="auto">
          <a:xfrm>
            <a:off x="782638" y="563563"/>
            <a:ext cx="8512175"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ctr" anchorCtr="0" compatLnSpc="1">
            <a:prstTxWarp prst="textNoShape">
              <a:avLst/>
            </a:prstTxWarp>
          </a:bodyPr>
          <a:lstStyle/>
          <a:p>
            <a:pPr lvl="0"/>
            <a:endParaRPr lang="en-US" altLang="en-US">
              <a:sym typeface="Arial" panose="020B0604020202020204" pitchFamily="34" charset="0"/>
            </a:endParaRPr>
          </a:p>
        </p:txBody>
      </p:sp>
      <p:sp>
        <p:nvSpPr>
          <p:cNvPr id="1027" name="Google Shape;7;p5">
            <a:extLst>
              <a:ext uri="{FF2B5EF4-FFF2-40B4-BE49-F238E27FC236}">
                <a16:creationId xmlns:a16="http://schemas.microsoft.com/office/drawing/2014/main" id="{D0113D5E-1C5C-D8A5-216A-6D1FCE7E961F}"/>
              </a:ext>
            </a:extLst>
          </p:cNvPr>
          <p:cNvSpPr txBox="1">
            <a:spLocks noGrp="1"/>
          </p:cNvSpPr>
          <p:nvPr>
            <p:ph type="body" idx="1"/>
          </p:nvPr>
        </p:nvSpPr>
        <p:spPr bwMode="auto">
          <a:xfrm>
            <a:off x="782638" y="1211263"/>
            <a:ext cx="8512175" cy="362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pic>
        <p:nvPicPr>
          <p:cNvPr id="1028" name="Google Shape;8;p5">
            <a:extLst>
              <a:ext uri="{FF2B5EF4-FFF2-40B4-BE49-F238E27FC236}">
                <a16:creationId xmlns:a16="http://schemas.microsoft.com/office/drawing/2014/main" id="{CA4D07EF-9081-79EB-DFCF-F5E3E7F38DB2}"/>
              </a:ext>
            </a:extLst>
          </p:cNvPr>
          <p:cNvPicPr preferRelativeResize="0">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013" y="139700"/>
            <a:ext cx="143986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Google Shape;9;p5">
            <a:extLst>
              <a:ext uri="{FF2B5EF4-FFF2-40B4-BE49-F238E27FC236}">
                <a16:creationId xmlns:a16="http://schemas.microsoft.com/office/drawing/2014/main" id="{909BFC53-4444-1446-5454-4ED13C66112F}"/>
              </a:ext>
            </a:extLst>
          </p:cNvPr>
          <p:cNvSpPr txBox="1">
            <a:spLocks noGrp="1"/>
          </p:cNvSpPr>
          <p:nvPr>
            <p:ph type="sldNum" idx="12"/>
          </p:nvPr>
        </p:nvSpPr>
        <p:spPr bwMode="auto">
          <a:xfrm>
            <a:off x="9337675" y="4899025"/>
            <a:ext cx="604838" cy="414338"/>
          </a:xfrm>
          <a:prstGeom prst="rect">
            <a:avLst/>
          </a:prstGeom>
          <a:noFill/>
          <a:ln w="9525">
            <a:noFill/>
            <a:miter lim="800000"/>
            <a:headEnd/>
            <a:tailEnd/>
          </a:ln>
        </p:spPr>
        <p:txBody>
          <a:bodyPr vert="horz" wrap="square" lIns="91425" tIns="91425" rIns="91425" bIns="91425" numCol="1" anchor="ctr" anchorCtr="0" compatLnSpc="1">
            <a:prstTxWarp prst="textNoShape">
              <a:avLst/>
            </a:prstTxWarp>
          </a:bodyPr>
          <a:lstStyle>
            <a:lvl1pPr>
              <a:buClr>
                <a:srgbClr val="000000"/>
              </a:buClr>
              <a:buSzPts val="1400"/>
              <a:buFont typeface="Arial" panose="020B0604020202020204" pitchFamily="34" charset="0"/>
              <a:buNone/>
              <a:defRPr/>
            </a:lvl1pPr>
          </a:lstStyle>
          <a:p>
            <a:fld id="{B2DA13B5-9F0B-4EF5-8308-0210558E20FB}" type="slidenum">
              <a:rPr lang="en-US" altLang="en-US"/>
              <a:pPr/>
              <a:t>‹#›</a:t>
            </a:fld>
            <a:endParaRPr lang="en-US" altLang="en-US"/>
          </a:p>
        </p:txBody>
      </p:sp>
      <p:pic>
        <p:nvPicPr>
          <p:cNvPr id="1030" name="Google Shape;10;p5">
            <a:extLst>
              <a:ext uri="{FF2B5EF4-FFF2-40B4-BE49-F238E27FC236}">
                <a16:creationId xmlns:a16="http://schemas.microsoft.com/office/drawing/2014/main" id="{F77BB04B-A1AB-5D25-F650-D6040C68D373}"/>
              </a:ext>
            </a:extLst>
          </p:cNvPr>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t="6702"/>
          <a:stretch>
            <a:fillRect/>
          </a:stretch>
        </p:blipFill>
        <p:spPr bwMode="auto">
          <a:xfrm>
            <a:off x="8582025" y="4283075"/>
            <a:ext cx="14954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Google Shape;11;p5">
            <a:extLst>
              <a:ext uri="{FF2B5EF4-FFF2-40B4-BE49-F238E27FC236}">
                <a16:creationId xmlns:a16="http://schemas.microsoft.com/office/drawing/2014/main" id="{9F1D9F72-2634-8227-3D67-0D7B93AC1009}"/>
              </a:ext>
            </a:extLst>
          </p:cNvPr>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1427163"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Google Shape;12;p5">
            <a:extLst>
              <a:ext uri="{FF2B5EF4-FFF2-40B4-BE49-F238E27FC236}">
                <a16:creationId xmlns:a16="http://schemas.microsoft.com/office/drawing/2014/main" id="{6365A4CA-82D7-0989-8D22-5EA95410A89D}"/>
              </a:ext>
            </a:extLst>
          </p:cNvPr>
          <p:cNvSpPr txBox="1">
            <a:spLocks noChangeArrowheads="1"/>
          </p:cNvSpPr>
          <p:nvPr/>
        </p:nvSpPr>
        <p:spPr bwMode="auto">
          <a:xfrm>
            <a:off x="9472613" y="4849813"/>
            <a:ext cx="503237" cy="414337"/>
          </a:xfrm>
          <a:prstGeom prst="rect">
            <a:avLst/>
          </a:prstGeom>
          <a:noFill/>
          <a:ln w="9525">
            <a:noFill/>
            <a:miter lim="800000"/>
            <a:headEnd/>
            <a:tailEnd/>
          </a:ln>
        </p:spPr>
        <p:txBody>
          <a:bodyPr lIns="91425" tIns="91425" rIns="91425" bIns="91425" anchor="ct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
                <a:srgbClr val="000000"/>
              </a:buClr>
              <a:buSzPts val="1400"/>
              <a:buFont typeface="Arial" panose="020B0604020202020204" pitchFamily="34" charset="0"/>
              <a:buNone/>
            </a:pPr>
            <a:fld id="{42675D2B-864F-424D-8029-E5C586F8150C}" type="slidenum">
              <a:rPr lang="en-US" altLang="en-US">
                <a:solidFill>
                  <a:srgbClr val="FFFFFF"/>
                </a:solidFill>
              </a:rPr>
              <a:pPr eaLnBrk="1" hangingPunct="1">
                <a:buClr>
                  <a:srgbClr val="000000"/>
                </a:buClr>
                <a:buSzPts val="1400"/>
                <a:buFont typeface="Arial" panose="020B0604020202020204" pitchFamily="34" charset="0"/>
                <a:buNone/>
              </a:pPr>
              <a:t>‹#›</a:t>
            </a:fld>
            <a:endParaRPr lang="en-US" altLang="en-US">
              <a:solidFill>
                <a:srgbClr val="FFFFFF"/>
              </a:solidFill>
            </a:endParaRPr>
          </a:p>
        </p:txBody>
      </p:sp>
    </p:spTree>
  </p:cSld>
  <p:clrMap bg1="lt1" tx1="dk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Google Shape;49;p15">
            <a:extLst>
              <a:ext uri="{FF2B5EF4-FFF2-40B4-BE49-F238E27FC236}">
                <a16:creationId xmlns:a16="http://schemas.microsoft.com/office/drawing/2014/main" id="{C3DF4A8B-3595-38F7-8419-A9180659B566}"/>
              </a:ext>
            </a:extLst>
          </p:cNvPr>
          <p:cNvSpPr txBox="1">
            <a:spLocks noChangeArrowheads="1"/>
          </p:cNvSpPr>
          <p:nvPr/>
        </p:nvSpPr>
        <p:spPr bwMode="auto">
          <a:xfrm>
            <a:off x="2423457" y="782672"/>
            <a:ext cx="5230536" cy="887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625" tIns="38800" rIns="77625" bIns="38800"/>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en-US" sz="2800" b="1" dirty="0">
                <a:solidFill>
                  <a:srgbClr val="0070C0"/>
                </a:solidFill>
                <a:latin typeface="Times New Roman" panose="02020603050405020304" pitchFamily="18" charset="0"/>
                <a:cs typeface="Times New Roman" panose="02020603050405020304" pitchFamily="18" charset="0"/>
              </a:rPr>
              <a:t>AI-Powered  Financial System</a:t>
            </a:r>
            <a:endParaRPr lang="en-US" altLang="en-US" sz="2800"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endParaRPr>
          </a:p>
        </p:txBody>
      </p:sp>
      <p:sp>
        <p:nvSpPr>
          <p:cNvPr id="10243" name="Google Shape;49;p15">
            <a:extLst>
              <a:ext uri="{FF2B5EF4-FFF2-40B4-BE49-F238E27FC236}">
                <a16:creationId xmlns:a16="http://schemas.microsoft.com/office/drawing/2014/main" id="{8076C750-C78C-A0F0-977D-27230CFF75CF}"/>
              </a:ext>
            </a:extLst>
          </p:cNvPr>
          <p:cNvSpPr txBox="1">
            <a:spLocks noChangeArrowheads="1"/>
          </p:cNvSpPr>
          <p:nvPr/>
        </p:nvSpPr>
        <p:spPr bwMode="auto">
          <a:xfrm>
            <a:off x="490676" y="2557428"/>
            <a:ext cx="3865562" cy="2239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625" tIns="38800" rIns="77625" bIns="38800"/>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lnSpc>
                <a:spcPct val="150000"/>
              </a:lnSpc>
              <a:buClr>
                <a:srgbClr val="000000"/>
              </a:buClr>
              <a:buSzPts val="2900"/>
              <a:buFont typeface="Arial" panose="020B0604020202020204" pitchFamily="34" charset="0"/>
              <a:buNone/>
            </a:pPr>
            <a:r>
              <a:rPr lang="en-US" altLang="en-US" sz="2000"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rPr>
              <a:t>Team No – 01</a:t>
            </a:r>
          </a:p>
          <a:p>
            <a:pPr algn="ctr" eaLnBrk="1" hangingPunct="1">
              <a:lnSpc>
                <a:spcPct val="150000"/>
              </a:lnSpc>
              <a:buClr>
                <a:srgbClr val="000000"/>
              </a:buClr>
              <a:buSzPts val="2900"/>
              <a:buFont typeface="Arial" panose="020B0604020202020204" pitchFamily="34" charset="0"/>
              <a:buNone/>
            </a:pPr>
            <a:r>
              <a:rPr lang="en-US" altLang="en-US" b="1" dirty="0" err="1">
                <a:solidFill>
                  <a:srgbClr val="0070C0"/>
                </a:solidFill>
                <a:latin typeface="Times New Roman" panose="02020603050405020304" pitchFamily="18" charset="0"/>
                <a:cs typeface="Times New Roman" panose="02020603050405020304" pitchFamily="18" charset="0"/>
                <a:sym typeface="Georgia" panose="02040502050405020303" pitchFamily="18" charset="0"/>
              </a:rPr>
              <a:t>Addagiri</a:t>
            </a:r>
            <a:r>
              <a:rPr lang="en-US" altLang="en-US"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rPr>
              <a:t> Srujana Royal (23EG110C02)</a:t>
            </a:r>
          </a:p>
          <a:p>
            <a:pPr algn="ctr" eaLnBrk="1" hangingPunct="1">
              <a:lnSpc>
                <a:spcPct val="150000"/>
              </a:lnSpc>
              <a:buClr>
                <a:srgbClr val="000000"/>
              </a:buClr>
              <a:buSzPts val="2900"/>
              <a:buFont typeface="Arial" panose="020B0604020202020204" pitchFamily="34" charset="0"/>
              <a:buNone/>
            </a:pPr>
            <a:r>
              <a:rPr lang="en-US" altLang="en-US"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rPr>
              <a:t>Arnav Misra (23EG110C06)</a:t>
            </a:r>
          </a:p>
          <a:p>
            <a:pPr algn="ctr" eaLnBrk="1" hangingPunct="1">
              <a:lnSpc>
                <a:spcPct val="150000"/>
              </a:lnSpc>
              <a:buClr>
                <a:srgbClr val="000000"/>
              </a:buClr>
              <a:buSzPts val="2900"/>
              <a:buFont typeface="Arial" panose="020B0604020202020204" pitchFamily="34" charset="0"/>
              <a:buNone/>
            </a:pPr>
            <a:r>
              <a:rPr lang="en-US" altLang="en-US"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rPr>
              <a:t>Bandi Brahmma Reddy (23EG110C07)</a:t>
            </a:r>
          </a:p>
          <a:p>
            <a:pPr algn="ctr" eaLnBrk="1" hangingPunct="1">
              <a:lnSpc>
                <a:spcPct val="150000"/>
              </a:lnSpc>
              <a:buClr>
                <a:srgbClr val="000000"/>
              </a:buClr>
              <a:buSzPts val="2900"/>
              <a:buFont typeface="Arial" panose="020B0604020202020204" pitchFamily="34" charset="0"/>
              <a:buNone/>
            </a:pPr>
            <a:r>
              <a:rPr lang="en-US" altLang="en-US"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rPr>
              <a:t>Barka Akshitha (23EG110C08)</a:t>
            </a:r>
          </a:p>
        </p:txBody>
      </p:sp>
      <p:sp>
        <p:nvSpPr>
          <p:cNvPr id="10244" name="Google Shape;49;p15">
            <a:extLst>
              <a:ext uri="{FF2B5EF4-FFF2-40B4-BE49-F238E27FC236}">
                <a16:creationId xmlns:a16="http://schemas.microsoft.com/office/drawing/2014/main" id="{FC20ED14-BE68-7ADC-1B36-D4C4226F187D}"/>
              </a:ext>
            </a:extLst>
          </p:cNvPr>
          <p:cNvSpPr txBox="1">
            <a:spLocks noChangeArrowheads="1"/>
          </p:cNvSpPr>
          <p:nvPr/>
        </p:nvSpPr>
        <p:spPr bwMode="auto">
          <a:xfrm>
            <a:off x="6106284" y="2701925"/>
            <a:ext cx="3480490"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625" tIns="38800" rIns="77625" bIns="38800"/>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Clr>
                <a:srgbClr val="000000"/>
              </a:buClr>
              <a:buSzPts val="2900"/>
              <a:buFont typeface="Arial" panose="020B0604020202020204" pitchFamily="34" charset="0"/>
              <a:buNone/>
            </a:pPr>
            <a:r>
              <a:rPr lang="en-US" altLang="en-US" sz="1600"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rPr>
              <a:t>Under the Guidance of</a:t>
            </a:r>
          </a:p>
          <a:p>
            <a:pPr algn="ctr" eaLnBrk="1" hangingPunct="1">
              <a:buClr>
                <a:srgbClr val="000000"/>
              </a:buClr>
              <a:buSzPts val="2900"/>
              <a:buFont typeface="Arial" panose="020B0604020202020204" pitchFamily="34" charset="0"/>
              <a:buNone/>
            </a:pPr>
            <a:endParaRPr lang="en-US" altLang="en-US" sz="1600"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endParaRPr>
          </a:p>
          <a:p>
            <a:pPr algn="ctr" eaLnBrk="1" hangingPunct="1">
              <a:buClr>
                <a:srgbClr val="000000"/>
              </a:buClr>
              <a:buSzPts val="2900"/>
              <a:buFont typeface="Arial" panose="020B0604020202020204" pitchFamily="34" charset="0"/>
              <a:buNone/>
            </a:pPr>
            <a:r>
              <a:rPr lang="en-US" altLang="en-US" sz="1600"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rPr>
              <a:t> </a:t>
            </a:r>
            <a:r>
              <a:rPr lang="en-US" altLang="en-US" sz="1600" b="1" dirty="0" err="1">
                <a:solidFill>
                  <a:srgbClr val="0070C0"/>
                </a:solidFill>
                <a:latin typeface="Times New Roman" panose="02020603050405020304" pitchFamily="18" charset="0"/>
                <a:cs typeface="Times New Roman" panose="02020603050405020304" pitchFamily="18" charset="0"/>
                <a:sym typeface="Georgia" panose="02040502050405020303" pitchFamily="18" charset="0"/>
              </a:rPr>
              <a:t>Mrs.M</a:t>
            </a:r>
            <a:r>
              <a:rPr lang="en-US" altLang="en-US" sz="1600"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rPr>
              <a:t> Sridevi</a:t>
            </a:r>
          </a:p>
          <a:p>
            <a:pPr algn="ctr" eaLnBrk="1" hangingPunct="1">
              <a:buClr>
                <a:srgbClr val="000000"/>
              </a:buClr>
              <a:buSzPts val="2900"/>
              <a:buFont typeface="Arial" panose="020B0604020202020204" pitchFamily="34" charset="0"/>
              <a:buNone/>
            </a:pPr>
            <a:endParaRPr lang="en-US" altLang="en-US" sz="1600"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endParaRPr>
          </a:p>
          <a:p>
            <a:pPr algn="ctr" eaLnBrk="1" hangingPunct="1">
              <a:buClr>
                <a:srgbClr val="000000"/>
              </a:buClr>
              <a:buSzPts val="2900"/>
              <a:buFont typeface="Arial" panose="020B0604020202020204" pitchFamily="34" charset="0"/>
              <a:buNone/>
            </a:pPr>
            <a:r>
              <a:rPr lang="en-US" altLang="en-US" sz="1600"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rPr>
              <a:t>Head Dept. of Data Science  </a:t>
            </a:r>
          </a:p>
        </p:txBody>
      </p:sp>
      <p:sp>
        <p:nvSpPr>
          <p:cNvPr id="10245" name="Google Shape;49;p15">
            <a:extLst>
              <a:ext uri="{FF2B5EF4-FFF2-40B4-BE49-F238E27FC236}">
                <a16:creationId xmlns:a16="http://schemas.microsoft.com/office/drawing/2014/main" id="{3E1CDC58-64A1-EFDE-7163-85E1E5691750}"/>
              </a:ext>
            </a:extLst>
          </p:cNvPr>
          <p:cNvSpPr txBox="1">
            <a:spLocks noChangeArrowheads="1"/>
          </p:cNvSpPr>
          <p:nvPr/>
        </p:nvSpPr>
        <p:spPr bwMode="auto">
          <a:xfrm>
            <a:off x="1204913" y="1670050"/>
            <a:ext cx="715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625" tIns="38800" rIns="77625" bIns="38800"/>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Clr>
                <a:srgbClr val="000000"/>
              </a:buClr>
              <a:buSzPts val="2900"/>
              <a:buFont typeface="Arial" panose="020B0604020202020204" pitchFamily="34" charset="0"/>
              <a:buNone/>
            </a:pPr>
            <a:r>
              <a:rPr lang="en-US" altLang="en-US" sz="2900"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rPr>
              <a:t>Domain</a:t>
            </a:r>
            <a:r>
              <a:rPr lang="en-US" altLang="en-US" sz="3200"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rPr>
              <a:t>: FinTech</a:t>
            </a:r>
            <a:endParaRPr lang="en-US" altLang="en-US" sz="2900"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Google Shape;49;p15">
            <a:extLst>
              <a:ext uri="{FF2B5EF4-FFF2-40B4-BE49-F238E27FC236}">
                <a16:creationId xmlns:a16="http://schemas.microsoft.com/office/drawing/2014/main" id="{1A66F8C0-8E56-D3CD-1375-2C836BAB065E}"/>
              </a:ext>
            </a:extLst>
          </p:cNvPr>
          <p:cNvSpPr txBox="1">
            <a:spLocks noChangeArrowheads="1"/>
          </p:cNvSpPr>
          <p:nvPr/>
        </p:nvSpPr>
        <p:spPr bwMode="auto">
          <a:xfrm>
            <a:off x="812006" y="1280285"/>
            <a:ext cx="8453437" cy="3079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625" tIns="38800" rIns="77625" bIns="38800"/>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eaLnBrk="1" hangingPunct="1">
              <a:lnSpc>
                <a:spcPct val="150000"/>
              </a:lnSpc>
              <a:buClr>
                <a:srgbClr val="000000"/>
              </a:buClr>
              <a:buSzPts val="3200"/>
            </a:pPr>
            <a:r>
              <a:rPr lang="en-US" dirty="0">
                <a:latin typeface="Times New Roman" panose="02020603050405020304" pitchFamily="18" charset="0"/>
                <a:cs typeface="Times New Roman" panose="02020603050405020304" pitchFamily="18" charset="0"/>
              </a:rPr>
              <a:t>Financial institutions process thousands of loan applications every day, making accurate risk assessment essential to reduce loan defaults and financial losses. Traditional loan approval methods rely on manual verification and predefined rules, which are often time-consuming, inconsistent, and prone to human error. To address these challenges, this project presents </a:t>
            </a:r>
            <a:r>
              <a:rPr lang="en-US" b="1" dirty="0" err="1">
                <a:latin typeface="Times New Roman" panose="02020603050405020304" pitchFamily="18" charset="0"/>
                <a:cs typeface="Times New Roman" panose="02020603050405020304" pitchFamily="18" charset="0"/>
              </a:rPr>
              <a:t>FinRisk</a:t>
            </a:r>
            <a:r>
              <a:rPr lang="en-US" b="1" dirty="0">
                <a:latin typeface="Times New Roman" panose="02020603050405020304" pitchFamily="18" charset="0"/>
                <a:cs typeface="Times New Roman" panose="02020603050405020304" pitchFamily="18" charset="0"/>
              </a:rPr>
              <a:t> – AI-Powered Financial System</a:t>
            </a:r>
            <a:r>
              <a:rPr lang="en-US" dirty="0">
                <a:latin typeface="Times New Roman" panose="02020603050405020304" pitchFamily="18" charset="0"/>
                <a:cs typeface="Times New Roman" panose="02020603050405020304" pitchFamily="18" charset="0"/>
              </a:rPr>
              <a:t>, which uses Machine Learning to analyze applicant details such as income, employment status, credit history, loan amount, education, and other financial parameters to predict loan risk. The system provides instant loan predictions, visualizes key financial insights through interactive dashboards, and enables financial institutions to make faster, more accurate, and data-driven lending decisions while improving efficiency and minimizing risk.</a:t>
            </a:r>
            <a:endParaRPr lang="en-US" altLang="en-US"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endParaRPr>
          </a:p>
        </p:txBody>
      </p:sp>
      <p:sp>
        <p:nvSpPr>
          <p:cNvPr id="4" name="Title 3">
            <a:extLst>
              <a:ext uri="{FF2B5EF4-FFF2-40B4-BE49-F238E27FC236}">
                <a16:creationId xmlns:a16="http://schemas.microsoft.com/office/drawing/2014/main" id="{B7BB887D-6A2F-BC48-12CF-AB3A37D6B514}"/>
              </a:ext>
            </a:extLst>
          </p:cNvPr>
          <p:cNvSpPr>
            <a:spLocks noGrp="1"/>
          </p:cNvSpPr>
          <p:nvPr>
            <p:ph type="title"/>
          </p:nvPr>
        </p:nvSpPr>
        <p:spPr>
          <a:xfrm>
            <a:off x="2398713" y="430213"/>
            <a:ext cx="5280025" cy="357187"/>
          </a:xfrm>
        </p:spPr>
        <p:txBody>
          <a:bodyPr/>
          <a:lstStyle/>
          <a:p>
            <a:pPr>
              <a:spcBef>
                <a:spcPct val="0"/>
              </a:spcBef>
              <a:spcAft>
                <a:spcPct val="0"/>
              </a:spcAft>
              <a:buSzPts val="2900"/>
              <a:buFont typeface="Arial" charset="0"/>
              <a:buNone/>
              <a:defRPr/>
            </a:pPr>
            <a:r>
              <a:rPr lang="en-US" sz="2900" b="1" kern="1200" dirty="0">
                <a:solidFill>
                  <a:srgbClr val="0070C0"/>
                </a:solidFill>
                <a:latin typeface="Georgia" pitchFamily="18" charset="0"/>
                <a:ea typeface="+mn-ea"/>
                <a:cs typeface="Arial" charset="0"/>
                <a:sym typeface="Georgia" pitchFamily="18" charset="0"/>
              </a:rPr>
              <a:t>Abstract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53FD60-5F31-76C6-7AA2-2488E4881267}"/>
              </a:ext>
            </a:extLst>
          </p:cNvPr>
          <p:cNvSpPr>
            <a:spLocks noGrp="1"/>
          </p:cNvSpPr>
          <p:nvPr>
            <p:ph type="title"/>
          </p:nvPr>
        </p:nvSpPr>
        <p:spPr>
          <a:xfrm>
            <a:off x="2398713" y="430213"/>
            <a:ext cx="5280025" cy="357187"/>
          </a:xfrm>
        </p:spPr>
        <p:txBody>
          <a:bodyPr/>
          <a:lstStyle/>
          <a:p>
            <a:pPr>
              <a:spcBef>
                <a:spcPct val="0"/>
              </a:spcBef>
              <a:spcAft>
                <a:spcPct val="0"/>
              </a:spcAft>
              <a:buSzPts val="2900"/>
              <a:buFont typeface="Arial" charset="0"/>
              <a:buNone/>
              <a:defRPr/>
            </a:pPr>
            <a:r>
              <a:rPr lang="en-US" sz="2900" b="1" kern="1200" dirty="0">
                <a:solidFill>
                  <a:srgbClr val="0070C0"/>
                </a:solidFill>
                <a:latin typeface="Georgia" pitchFamily="18" charset="0"/>
                <a:ea typeface="+mn-ea"/>
                <a:cs typeface="Arial" charset="0"/>
                <a:sym typeface="Georgia" pitchFamily="18" charset="0"/>
              </a:rPr>
              <a:t>Introduction</a:t>
            </a:r>
          </a:p>
        </p:txBody>
      </p:sp>
      <p:sp>
        <p:nvSpPr>
          <p:cNvPr id="3" name="TextBox 2">
            <a:extLst>
              <a:ext uri="{FF2B5EF4-FFF2-40B4-BE49-F238E27FC236}">
                <a16:creationId xmlns:a16="http://schemas.microsoft.com/office/drawing/2014/main" id="{354AA308-F861-7806-563C-AC1EDF4269A0}"/>
              </a:ext>
            </a:extLst>
          </p:cNvPr>
          <p:cNvSpPr txBox="1"/>
          <p:nvPr/>
        </p:nvSpPr>
        <p:spPr>
          <a:xfrm>
            <a:off x="749643" y="1145059"/>
            <a:ext cx="8237838" cy="4078039"/>
          </a:xfrm>
          <a:prstGeom prst="rect">
            <a:avLst/>
          </a:prstGeom>
          <a:noFill/>
        </p:spPr>
        <p:txBody>
          <a:bodyPr wrap="square" rtlCol="0">
            <a:spAutoFit/>
          </a:bodyPr>
          <a:lstStyle/>
          <a:p>
            <a:pPr marL="285750" indent="-285750" algn="just" eaLnBrk="1" hangingPunct="1">
              <a:lnSpc>
                <a:spcPct val="150000"/>
              </a:lnSpc>
              <a:buClr>
                <a:srgbClr val="000000"/>
              </a:buClr>
              <a:buSzPct val="9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Banks and financial institutions process thousands of loan applications manually — a process that is slow, inconsistent, and highly prone to human error. </a:t>
            </a:r>
          </a:p>
          <a:p>
            <a:pPr marL="285750" indent="-285750" algn="just" eaLnBrk="1" hangingPunct="1">
              <a:lnSpc>
                <a:spcPct val="150000"/>
              </a:lnSpc>
              <a:buClr>
                <a:srgbClr val="000000"/>
              </a:buClr>
              <a:buSzPct val="9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individuals lack a unified platform that connects their loan eligibility, spending behavior, investment planning, and credit health together for informed decision-making.</a:t>
            </a:r>
          </a:p>
          <a:p>
            <a:pPr marL="285750" indent="-285750" algn="just" eaLnBrk="1" hangingPunct="1">
              <a:lnSpc>
                <a:spcPct val="150000"/>
              </a:lnSpc>
              <a:buClr>
                <a:srgbClr val="000000"/>
              </a:buClr>
              <a:buSzPct val="9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Existing tools address financial needs in isolation — a loan calculator here, a budget tracker there — with no integration between modules. </a:t>
            </a:r>
          </a:p>
          <a:p>
            <a:pPr marL="285750" indent="-285750" algn="just" eaLnBrk="1" hangingPunct="1">
              <a:lnSpc>
                <a:spcPct val="150000"/>
              </a:lnSpc>
              <a:buClr>
                <a:srgbClr val="000000"/>
              </a:buClr>
              <a:buSzPct val="9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This project proposes the Financial Risk Analysis System — an AI-powered full-stack web application that integrates loan risk prediction, land collateral assessment, expense tracking, investment planning, credit score simulation, and net worth calculation into one unified platform.</a:t>
            </a:r>
          </a:p>
          <a:p>
            <a:pPr marL="285750" indent="-285750" algn="just" eaLnBrk="1" hangingPunct="1">
              <a:lnSpc>
                <a:spcPct val="150000"/>
              </a:lnSpc>
              <a:buClr>
                <a:srgbClr val="000000"/>
              </a:buClr>
              <a:buSzPct val="9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Customers register and log in to access a personalized financial dashboard where all modules are interconnected, providing holistic financial insights based on their actual data.</a:t>
            </a:r>
            <a:endParaRPr lang="en-US" altLang="en-US"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endParaRPr>
          </a:p>
          <a:p>
            <a:pPr marL="285750" indent="-285750" algn="just">
              <a:buSzPct val="9000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buSzPct val="9000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Google Shape;49;p15">
            <a:extLst>
              <a:ext uri="{FF2B5EF4-FFF2-40B4-BE49-F238E27FC236}">
                <a16:creationId xmlns:a16="http://schemas.microsoft.com/office/drawing/2014/main" id="{793BFAF8-0422-BAEF-D5DD-AC33962C387E}"/>
              </a:ext>
            </a:extLst>
          </p:cNvPr>
          <p:cNvSpPr txBox="1">
            <a:spLocks noChangeArrowheads="1"/>
          </p:cNvSpPr>
          <p:nvPr/>
        </p:nvSpPr>
        <p:spPr bwMode="auto">
          <a:xfrm>
            <a:off x="204788" y="1147763"/>
            <a:ext cx="8453437" cy="109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625" tIns="38800" rIns="77625" bIns="38800"/>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50000"/>
              </a:lnSpc>
              <a:buClr>
                <a:srgbClr val="000000"/>
              </a:buClr>
              <a:buSzPts val="3200"/>
              <a:buFont typeface="Arial" panose="020B0604020202020204" pitchFamily="34" charset="0"/>
              <a:buChar char="•"/>
            </a:pPr>
            <a:endParaRPr lang="en-US" altLang="en-US" sz="3200" b="1">
              <a:solidFill>
                <a:srgbClr val="0070C0"/>
              </a:solidFill>
              <a:latin typeface="Georgia" panose="02040502050405020303" pitchFamily="18" charset="0"/>
              <a:sym typeface="Georgia" panose="02040502050405020303" pitchFamily="18" charset="0"/>
            </a:endParaRPr>
          </a:p>
        </p:txBody>
      </p:sp>
      <p:sp>
        <p:nvSpPr>
          <p:cNvPr id="4" name="Title 3">
            <a:extLst>
              <a:ext uri="{FF2B5EF4-FFF2-40B4-BE49-F238E27FC236}">
                <a16:creationId xmlns:a16="http://schemas.microsoft.com/office/drawing/2014/main" id="{A9EB47FB-6BD9-399E-1571-F0C8DAAC8F0E}"/>
              </a:ext>
            </a:extLst>
          </p:cNvPr>
          <p:cNvSpPr>
            <a:spLocks noGrp="1"/>
          </p:cNvSpPr>
          <p:nvPr>
            <p:ph type="title"/>
          </p:nvPr>
        </p:nvSpPr>
        <p:spPr>
          <a:xfrm>
            <a:off x="2398713" y="430213"/>
            <a:ext cx="5280025" cy="357187"/>
          </a:xfrm>
        </p:spPr>
        <p:txBody>
          <a:bodyPr/>
          <a:lstStyle/>
          <a:p>
            <a:pPr>
              <a:spcBef>
                <a:spcPct val="0"/>
              </a:spcBef>
              <a:spcAft>
                <a:spcPct val="0"/>
              </a:spcAft>
              <a:buSzPts val="2900"/>
              <a:buFont typeface="Arial" charset="0"/>
              <a:buNone/>
              <a:defRPr/>
            </a:pPr>
            <a:r>
              <a:rPr lang="en-US" sz="2900" b="1" kern="1200" dirty="0">
                <a:solidFill>
                  <a:srgbClr val="0070C0"/>
                </a:solidFill>
                <a:latin typeface="Georgia" pitchFamily="18" charset="0"/>
                <a:ea typeface="+mn-ea"/>
                <a:cs typeface="Arial" charset="0"/>
                <a:sym typeface="Georgia" pitchFamily="18" charset="0"/>
              </a:rPr>
              <a:t>Objective</a:t>
            </a:r>
          </a:p>
        </p:txBody>
      </p:sp>
      <p:sp>
        <p:nvSpPr>
          <p:cNvPr id="2" name="TextBox 1">
            <a:extLst>
              <a:ext uri="{FF2B5EF4-FFF2-40B4-BE49-F238E27FC236}">
                <a16:creationId xmlns:a16="http://schemas.microsoft.com/office/drawing/2014/main" id="{E639AC0C-2A99-8040-0F0F-33C7033DC2C0}"/>
              </a:ext>
            </a:extLst>
          </p:cNvPr>
          <p:cNvSpPr txBox="1"/>
          <p:nvPr/>
        </p:nvSpPr>
        <p:spPr>
          <a:xfrm>
            <a:off x="530087" y="1453243"/>
            <a:ext cx="8693425" cy="2031325"/>
          </a:xfrm>
          <a:prstGeom prst="rect">
            <a:avLst/>
          </a:prstGeom>
          <a:noFill/>
        </p:spPr>
        <p:txBody>
          <a:bodyPr wrap="square" rtlCol="0">
            <a:spAutoFit/>
          </a:bodyPr>
          <a:lstStyle/>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main objective of our project is to simplify financial management.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To provide land collateral assessment with district-wise land valuation and 70% LTV ratio calculation across 22 Indian states.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develop integrated financial tools including monthly expense tracker, budget planner, investment calculator (SIP/FD), net worth calculator, credit score simulator, loan repayment tracker, and bills manager.</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Google Shape;49;p15">
            <a:extLst>
              <a:ext uri="{FF2B5EF4-FFF2-40B4-BE49-F238E27FC236}">
                <a16:creationId xmlns:a16="http://schemas.microsoft.com/office/drawing/2014/main" id="{802309F6-CDF1-A5FB-0E26-01F9FD375D55}"/>
              </a:ext>
            </a:extLst>
          </p:cNvPr>
          <p:cNvSpPr txBox="1">
            <a:spLocks noChangeArrowheads="1"/>
          </p:cNvSpPr>
          <p:nvPr/>
        </p:nvSpPr>
        <p:spPr bwMode="auto">
          <a:xfrm>
            <a:off x="204788" y="1147763"/>
            <a:ext cx="8453437" cy="109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625" tIns="38800" rIns="77625" bIns="38800"/>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50000"/>
              </a:lnSpc>
              <a:buClr>
                <a:srgbClr val="000000"/>
              </a:buClr>
              <a:buSzPts val="3200"/>
              <a:buFont typeface="Arial" panose="020B0604020202020204" pitchFamily="34" charset="0"/>
              <a:buChar char="•"/>
            </a:pPr>
            <a:endParaRPr lang="en-US" altLang="en-US" sz="3200" b="1">
              <a:solidFill>
                <a:srgbClr val="0070C0"/>
              </a:solidFill>
              <a:latin typeface="Georgia" panose="02040502050405020303" pitchFamily="18" charset="0"/>
              <a:sym typeface="Georgia" panose="02040502050405020303" pitchFamily="18" charset="0"/>
            </a:endParaRPr>
          </a:p>
        </p:txBody>
      </p:sp>
      <p:sp>
        <p:nvSpPr>
          <p:cNvPr id="4" name="Title 3">
            <a:extLst>
              <a:ext uri="{FF2B5EF4-FFF2-40B4-BE49-F238E27FC236}">
                <a16:creationId xmlns:a16="http://schemas.microsoft.com/office/drawing/2014/main" id="{27C2A7D5-6601-1672-3111-E0F7FF113E3F}"/>
              </a:ext>
            </a:extLst>
          </p:cNvPr>
          <p:cNvSpPr>
            <a:spLocks noGrp="1"/>
          </p:cNvSpPr>
          <p:nvPr>
            <p:ph type="title"/>
          </p:nvPr>
        </p:nvSpPr>
        <p:spPr>
          <a:xfrm>
            <a:off x="2398713" y="430213"/>
            <a:ext cx="5280025" cy="357187"/>
          </a:xfrm>
        </p:spPr>
        <p:txBody>
          <a:bodyPr/>
          <a:lstStyle/>
          <a:p>
            <a:pPr>
              <a:spcBef>
                <a:spcPct val="0"/>
              </a:spcBef>
              <a:spcAft>
                <a:spcPct val="0"/>
              </a:spcAft>
              <a:buSzPts val="2900"/>
              <a:buFont typeface="Arial" charset="0"/>
              <a:buNone/>
              <a:defRPr/>
            </a:pPr>
            <a:r>
              <a:rPr lang="en-US" sz="2900" b="1" kern="1200" dirty="0">
                <a:solidFill>
                  <a:srgbClr val="0070C0"/>
                </a:solidFill>
                <a:latin typeface="Georgia" pitchFamily="18" charset="0"/>
                <a:ea typeface="+mn-ea"/>
                <a:cs typeface="Arial" charset="0"/>
                <a:sym typeface="Georgia" pitchFamily="18" charset="0"/>
              </a:rPr>
              <a:t>Literature Survey</a:t>
            </a:r>
          </a:p>
        </p:txBody>
      </p:sp>
      <p:graphicFrame>
        <p:nvGraphicFramePr>
          <p:cNvPr id="2" name="Table 1">
            <a:extLst>
              <a:ext uri="{FF2B5EF4-FFF2-40B4-BE49-F238E27FC236}">
                <a16:creationId xmlns:a16="http://schemas.microsoft.com/office/drawing/2014/main" id="{B22680FF-C114-F5D0-30C2-9A2E2147722E}"/>
              </a:ext>
            </a:extLst>
          </p:cNvPr>
          <p:cNvGraphicFramePr>
            <a:graphicFrameLocks noGrp="1"/>
          </p:cNvGraphicFramePr>
          <p:nvPr>
            <p:extLst>
              <p:ext uri="{D42A27DB-BD31-4B8C-83A1-F6EECF244321}">
                <p14:modId xmlns:p14="http://schemas.microsoft.com/office/powerpoint/2010/main" val="3159590869"/>
              </p:ext>
            </p:extLst>
          </p:nvPr>
        </p:nvGraphicFramePr>
        <p:xfrm>
          <a:off x="204788" y="1023815"/>
          <a:ext cx="9540997" cy="3539033"/>
        </p:xfrm>
        <a:graphic>
          <a:graphicData uri="http://schemas.openxmlformats.org/drawingml/2006/table">
            <a:tbl>
              <a:tblPr/>
              <a:tblGrid>
                <a:gridCol w="3184895">
                  <a:extLst>
                    <a:ext uri="{9D8B030D-6E8A-4147-A177-3AD203B41FA5}">
                      <a16:colId xmlns:a16="http://schemas.microsoft.com/office/drawing/2014/main" val="564553900"/>
                    </a:ext>
                  </a:extLst>
                </a:gridCol>
                <a:gridCol w="3184895">
                  <a:extLst>
                    <a:ext uri="{9D8B030D-6E8A-4147-A177-3AD203B41FA5}">
                      <a16:colId xmlns:a16="http://schemas.microsoft.com/office/drawing/2014/main" val="3932132149"/>
                    </a:ext>
                  </a:extLst>
                </a:gridCol>
                <a:gridCol w="3171207">
                  <a:extLst>
                    <a:ext uri="{9D8B030D-6E8A-4147-A177-3AD203B41FA5}">
                      <a16:colId xmlns:a16="http://schemas.microsoft.com/office/drawing/2014/main" val="1183090018"/>
                    </a:ext>
                  </a:extLst>
                </a:gridCol>
              </a:tblGrid>
              <a:tr h="324682">
                <a:tc>
                  <a:txBody>
                    <a:bodyPr/>
                    <a:lstStyle/>
                    <a:p>
                      <a:pPr algn="just">
                        <a:buNone/>
                      </a:pPr>
                      <a:r>
                        <a:rPr lang="en-US" sz="1400" b="1" dirty="0">
                          <a:latin typeface="Times New Roman" panose="02020603050405020304" pitchFamily="18" charset="0"/>
                          <a:cs typeface="Times New Roman" panose="02020603050405020304" pitchFamily="18" charset="0"/>
                        </a:rPr>
                        <a:t>Research Paper</a:t>
                      </a:r>
                    </a:p>
                  </a:txBody>
                  <a:tcPr anchor="ctr">
                    <a:lnL>
                      <a:noFill/>
                    </a:lnL>
                    <a:lnR>
                      <a:noFill/>
                    </a:lnR>
                    <a:lnT>
                      <a:noFill/>
                    </a:lnT>
                    <a:lnB>
                      <a:noFill/>
                    </a:lnB>
                    <a:noFill/>
                  </a:tcPr>
                </a:tc>
                <a:tc>
                  <a:txBody>
                    <a:bodyPr/>
                    <a:lstStyle/>
                    <a:p>
                      <a:pPr algn="just">
                        <a:buNone/>
                      </a:pPr>
                      <a:r>
                        <a:rPr lang="en-US" sz="1400" b="1" dirty="0">
                          <a:latin typeface="Times New Roman" panose="02020603050405020304" pitchFamily="18" charset="0"/>
                          <a:cs typeface="Times New Roman" panose="02020603050405020304" pitchFamily="18" charset="0"/>
                        </a:rPr>
                        <a:t>Contribution</a:t>
                      </a:r>
                    </a:p>
                  </a:txBody>
                  <a:tcPr anchor="ctr">
                    <a:lnL>
                      <a:noFill/>
                    </a:lnL>
                    <a:lnR>
                      <a:noFill/>
                    </a:lnR>
                    <a:lnT>
                      <a:noFill/>
                    </a:lnT>
                    <a:lnB>
                      <a:noFill/>
                    </a:lnB>
                    <a:noFill/>
                  </a:tcPr>
                </a:tc>
                <a:tc>
                  <a:txBody>
                    <a:bodyPr/>
                    <a:lstStyle/>
                    <a:p>
                      <a:pPr algn="just">
                        <a:buNone/>
                      </a:pPr>
                      <a:r>
                        <a:rPr lang="en-US" sz="1400" b="1" dirty="0">
                          <a:latin typeface="Times New Roman" panose="02020603050405020304" pitchFamily="18" charset="0"/>
                          <a:cs typeface="Times New Roman" panose="02020603050405020304" pitchFamily="18" charset="0"/>
                        </a:rPr>
                        <a:t>Research Gap</a:t>
                      </a:r>
                    </a:p>
                  </a:txBody>
                  <a:tcPr anchor="ctr">
                    <a:lnL>
                      <a:noFill/>
                    </a:lnL>
                    <a:lnR>
                      <a:noFill/>
                    </a:lnR>
                    <a:lnT>
                      <a:noFill/>
                    </a:lnT>
                    <a:lnB>
                      <a:noFill/>
                    </a:lnB>
                    <a:noFill/>
                  </a:tcPr>
                </a:tc>
                <a:extLst>
                  <a:ext uri="{0D108BD9-81ED-4DB2-BD59-A6C34878D82A}">
                    <a16:rowId xmlns:a16="http://schemas.microsoft.com/office/drawing/2014/main" val="1410578583"/>
                  </a:ext>
                </a:extLst>
              </a:tr>
              <a:tr h="779237">
                <a:tc>
                  <a:txBody>
                    <a:bodyPr/>
                    <a:lstStyle/>
                    <a:p>
                      <a:pPr algn="just">
                        <a:buNone/>
                      </a:pPr>
                      <a:r>
                        <a:rPr lang="en-US" sz="1400">
                          <a:latin typeface="Times New Roman" panose="02020603050405020304" pitchFamily="18" charset="0"/>
                          <a:cs typeface="Times New Roman" panose="02020603050405020304" pitchFamily="18" charset="0"/>
                        </a:rPr>
                        <a:t>Credit Risk Scoring using ML (2021)</a:t>
                      </a:r>
                    </a:p>
                  </a:txBody>
                  <a:tcPr anchor="ctr">
                    <a:lnL>
                      <a:noFill/>
                    </a:lnL>
                    <a:lnR>
                      <a:noFill/>
                    </a:lnR>
                    <a:lnT>
                      <a:noFill/>
                    </a:lnT>
                    <a:lnB>
                      <a:noFill/>
                    </a:lnB>
                    <a:noFill/>
                  </a:tcPr>
                </a:tc>
                <a:tc>
                  <a:txBody>
                    <a:bodyPr/>
                    <a:lstStyle/>
                    <a:p>
                      <a:pPr algn="just">
                        <a:buNone/>
                      </a:pPr>
                      <a:r>
                        <a:rPr lang="en-US" sz="1400" dirty="0">
                          <a:latin typeface="Times New Roman" panose="02020603050405020304" pitchFamily="18" charset="0"/>
                          <a:cs typeface="Times New Roman" panose="02020603050405020304" pitchFamily="18" charset="0"/>
                        </a:rPr>
                        <a:t>Proposed Random Forest and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for credit risk prediction with tabular data</a:t>
                      </a:r>
                    </a:p>
                  </a:txBody>
                  <a:tcPr anchor="ctr">
                    <a:lnL>
                      <a:noFill/>
                    </a:lnL>
                    <a:lnR>
                      <a:noFill/>
                    </a:lnR>
                    <a:lnT>
                      <a:noFill/>
                    </a:lnT>
                    <a:lnB>
                      <a:noFill/>
                    </a:lnB>
                    <a:noFill/>
                  </a:tcPr>
                </a:tc>
                <a:tc>
                  <a:txBody>
                    <a:bodyPr/>
                    <a:lstStyle/>
                    <a:p>
                      <a:pPr algn="just">
                        <a:buNone/>
                      </a:pPr>
                      <a:r>
                        <a:rPr lang="en-US" sz="1400">
                          <a:latin typeface="Times New Roman" panose="02020603050405020304" pitchFamily="18" charset="0"/>
                          <a:cs typeface="Times New Roman" panose="02020603050405020304" pitchFamily="18" charset="0"/>
                        </a:rPr>
                        <a:t>Focused only on credit score — no loan amount, employment, or expense analysis</a:t>
                      </a:r>
                    </a:p>
                  </a:txBody>
                  <a:tcPr anchor="ctr">
                    <a:lnL>
                      <a:noFill/>
                    </a:lnL>
                    <a:lnR>
                      <a:noFill/>
                    </a:lnR>
                    <a:lnT>
                      <a:noFill/>
                    </a:lnT>
                    <a:lnB>
                      <a:noFill/>
                    </a:lnB>
                    <a:noFill/>
                  </a:tcPr>
                </a:tc>
                <a:extLst>
                  <a:ext uri="{0D108BD9-81ED-4DB2-BD59-A6C34878D82A}">
                    <a16:rowId xmlns:a16="http://schemas.microsoft.com/office/drawing/2014/main" val="1636983221"/>
                  </a:ext>
                </a:extLst>
              </a:tr>
              <a:tr h="779237">
                <a:tc>
                  <a:txBody>
                    <a:bodyPr/>
                    <a:lstStyle/>
                    <a:p>
                      <a:pPr algn="just">
                        <a:buNone/>
                      </a:pPr>
                      <a:r>
                        <a:rPr lang="en-US" sz="1400">
                          <a:latin typeface="Times New Roman" panose="02020603050405020304" pitchFamily="18" charset="0"/>
                          <a:cs typeface="Times New Roman" panose="02020603050405020304" pitchFamily="18" charset="0"/>
                        </a:rPr>
                        <a:t>Financial Risk in Banking (2022)</a:t>
                      </a:r>
                    </a:p>
                  </a:txBody>
                  <a:tcPr anchor="ctr">
                    <a:lnL>
                      <a:noFill/>
                    </a:lnL>
                    <a:lnR>
                      <a:noFill/>
                    </a:lnR>
                    <a:lnT>
                      <a:noFill/>
                    </a:lnT>
                    <a:lnB>
                      <a:noFill/>
                    </a:lnB>
                    <a:noFill/>
                  </a:tcPr>
                </a:tc>
                <a:tc>
                  <a:txBody>
                    <a:bodyPr/>
                    <a:lstStyle/>
                    <a:p>
                      <a:pPr algn="just">
                        <a:buNone/>
                      </a:pPr>
                      <a:r>
                        <a:rPr lang="en-US" sz="1400" dirty="0">
                          <a:latin typeface="Times New Roman" panose="02020603050405020304" pitchFamily="18" charset="0"/>
                          <a:cs typeface="Times New Roman" panose="02020603050405020304" pitchFamily="18" charset="0"/>
                        </a:rPr>
                        <a:t>Used logistic regression and decision trees for loan default prediction</a:t>
                      </a:r>
                    </a:p>
                  </a:txBody>
                  <a:tcPr anchor="ctr">
                    <a:lnL>
                      <a:noFill/>
                    </a:lnL>
                    <a:lnR>
                      <a:noFill/>
                    </a:lnR>
                    <a:lnT>
                      <a:noFill/>
                    </a:lnT>
                    <a:lnB>
                      <a:noFill/>
                    </a:lnB>
                    <a:noFill/>
                  </a:tcPr>
                </a:tc>
                <a:tc>
                  <a:txBody>
                    <a:bodyPr/>
                    <a:lstStyle/>
                    <a:p>
                      <a:pPr algn="just">
                        <a:buNone/>
                      </a:pPr>
                      <a:r>
                        <a:rPr lang="en-US" sz="1400" dirty="0">
                          <a:latin typeface="Times New Roman" panose="02020603050405020304" pitchFamily="18" charset="0"/>
                          <a:cs typeface="Times New Roman" panose="02020603050405020304" pitchFamily="18" charset="0"/>
                        </a:rPr>
                        <a:t>No web-based real-time prediction system or interactive user interface</a:t>
                      </a:r>
                    </a:p>
                  </a:txBody>
                  <a:tcPr anchor="ctr">
                    <a:lnL>
                      <a:noFill/>
                    </a:lnL>
                    <a:lnR>
                      <a:noFill/>
                    </a:lnR>
                    <a:lnT>
                      <a:noFill/>
                    </a:lnT>
                    <a:lnB>
                      <a:noFill/>
                    </a:lnB>
                    <a:noFill/>
                  </a:tcPr>
                </a:tc>
                <a:extLst>
                  <a:ext uri="{0D108BD9-81ED-4DB2-BD59-A6C34878D82A}">
                    <a16:rowId xmlns:a16="http://schemas.microsoft.com/office/drawing/2014/main" val="3474849466"/>
                  </a:ext>
                </a:extLst>
              </a:tr>
              <a:tr h="551959">
                <a:tc>
                  <a:txBody>
                    <a:bodyPr/>
                    <a:lstStyle/>
                    <a:p>
                      <a:pPr algn="just">
                        <a:buNone/>
                      </a:pPr>
                      <a:r>
                        <a:rPr lang="en-US" sz="1400">
                          <a:latin typeface="Times New Roman" panose="02020603050405020304" pitchFamily="18" charset="0"/>
                          <a:cs typeface="Times New Roman" panose="02020603050405020304" pitchFamily="18" charset="0"/>
                        </a:rPr>
                        <a:t>Personal Finance Management Systems (2023)</a:t>
                      </a:r>
                    </a:p>
                  </a:txBody>
                  <a:tcPr anchor="ctr">
                    <a:lnL>
                      <a:noFill/>
                    </a:lnL>
                    <a:lnR>
                      <a:noFill/>
                    </a:lnR>
                    <a:lnT>
                      <a:noFill/>
                    </a:lnT>
                    <a:lnB>
                      <a:noFill/>
                    </a:lnB>
                    <a:noFill/>
                  </a:tcPr>
                </a:tc>
                <a:tc>
                  <a:txBody>
                    <a:bodyPr/>
                    <a:lstStyle/>
                    <a:p>
                      <a:pPr algn="just">
                        <a:buNone/>
                      </a:pPr>
                      <a:r>
                        <a:rPr lang="en-US" sz="1400" dirty="0">
                          <a:latin typeface="Times New Roman" panose="02020603050405020304" pitchFamily="18" charset="0"/>
                          <a:cs typeface="Times New Roman" panose="02020603050405020304" pitchFamily="18" charset="0"/>
                        </a:rPr>
                        <a:t>Built expense trackers and budget planners for individuals</a:t>
                      </a:r>
                    </a:p>
                  </a:txBody>
                  <a:tcPr anchor="ctr">
                    <a:lnL>
                      <a:noFill/>
                    </a:lnL>
                    <a:lnR>
                      <a:noFill/>
                    </a:lnR>
                    <a:lnT>
                      <a:noFill/>
                    </a:lnT>
                    <a:lnB>
                      <a:noFill/>
                    </a:lnB>
                    <a:noFill/>
                  </a:tcPr>
                </a:tc>
                <a:tc>
                  <a:txBody>
                    <a:bodyPr/>
                    <a:lstStyle/>
                    <a:p>
                      <a:pPr algn="just">
                        <a:buNone/>
                      </a:pPr>
                      <a:r>
                        <a:rPr lang="en-US" sz="1400" dirty="0">
                          <a:latin typeface="Times New Roman" panose="02020603050405020304" pitchFamily="18" charset="0"/>
                          <a:cs typeface="Times New Roman" panose="02020603050405020304" pitchFamily="18" charset="0"/>
                        </a:rPr>
                        <a:t>No integration with loan risk or ML-based predictions</a:t>
                      </a:r>
                    </a:p>
                  </a:txBody>
                  <a:tcPr anchor="ctr">
                    <a:lnL>
                      <a:noFill/>
                    </a:lnL>
                    <a:lnR>
                      <a:noFill/>
                    </a:lnR>
                    <a:lnT>
                      <a:noFill/>
                    </a:lnT>
                    <a:lnB>
                      <a:noFill/>
                    </a:lnB>
                    <a:noFill/>
                  </a:tcPr>
                </a:tc>
                <a:extLst>
                  <a:ext uri="{0D108BD9-81ED-4DB2-BD59-A6C34878D82A}">
                    <a16:rowId xmlns:a16="http://schemas.microsoft.com/office/drawing/2014/main" val="2344183252"/>
                  </a:ext>
                </a:extLst>
              </a:tr>
              <a:tr h="551959">
                <a:tc>
                  <a:txBody>
                    <a:bodyPr/>
                    <a:lstStyle/>
                    <a:p>
                      <a:pPr algn="just">
                        <a:buNone/>
                      </a:pPr>
                      <a:r>
                        <a:rPr lang="en-US" sz="1400">
                          <a:latin typeface="Times New Roman" panose="02020603050405020304" pitchFamily="18" charset="0"/>
                          <a:cs typeface="Times New Roman" panose="02020603050405020304" pitchFamily="18" charset="0"/>
                        </a:rPr>
                        <a:t>AI in FinTech Applications (2024)</a:t>
                      </a:r>
                    </a:p>
                  </a:txBody>
                  <a:tcPr anchor="ctr">
                    <a:lnL>
                      <a:noFill/>
                    </a:lnL>
                    <a:lnR>
                      <a:noFill/>
                    </a:lnR>
                    <a:lnT>
                      <a:noFill/>
                    </a:lnT>
                    <a:lnB>
                      <a:noFill/>
                    </a:lnB>
                    <a:noFill/>
                  </a:tcPr>
                </a:tc>
                <a:tc>
                  <a:txBody>
                    <a:bodyPr/>
                    <a:lstStyle/>
                    <a:p>
                      <a:pPr algn="just">
                        <a:buNone/>
                      </a:pPr>
                      <a:r>
                        <a:rPr lang="en-US" sz="1400">
                          <a:latin typeface="Times New Roman" panose="02020603050405020304" pitchFamily="18" charset="0"/>
                          <a:cs typeface="Times New Roman" panose="02020603050405020304" pitchFamily="18" charset="0"/>
                        </a:rPr>
                        <a:t>Reviewed AI tools in banking for fraud detection and credit scoring</a:t>
                      </a:r>
                    </a:p>
                  </a:txBody>
                  <a:tcPr anchor="ctr">
                    <a:lnL>
                      <a:noFill/>
                    </a:lnL>
                    <a:lnR>
                      <a:noFill/>
                    </a:lnR>
                    <a:lnT>
                      <a:noFill/>
                    </a:lnT>
                    <a:lnB>
                      <a:noFill/>
                    </a:lnB>
                    <a:noFill/>
                  </a:tcPr>
                </a:tc>
                <a:tc>
                  <a:txBody>
                    <a:bodyPr/>
                    <a:lstStyle/>
                    <a:p>
                      <a:pPr algn="just">
                        <a:buNone/>
                      </a:pPr>
                      <a:r>
                        <a:rPr lang="en-US" sz="1400">
                          <a:latin typeface="Times New Roman" panose="02020603050405020304" pitchFamily="18" charset="0"/>
                          <a:cs typeface="Times New Roman" panose="02020603050405020304" pitchFamily="18" charset="0"/>
                        </a:rPr>
                        <a:t>No land collateral or Indian-context district-wise valuation</a:t>
                      </a:r>
                    </a:p>
                  </a:txBody>
                  <a:tcPr anchor="ctr">
                    <a:lnL>
                      <a:noFill/>
                    </a:lnL>
                    <a:lnR>
                      <a:noFill/>
                    </a:lnR>
                    <a:lnT>
                      <a:noFill/>
                    </a:lnT>
                    <a:lnB>
                      <a:noFill/>
                    </a:lnB>
                    <a:noFill/>
                  </a:tcPr>
                </a:tc>
                <a:extLst>
                  <a:ext uri="{0D108BD9-81ED-4DB2-BD59-A6C34878D82A}">
                    <a16:rowId xmlns:a16="http://schemas.microsoft.com/office/drawing/2014/main" val="3564314993"/>
                  </a:ext>
                </a:extLst>
              </a:tr>
              <a:tr h="551959">
                <a:tc>
                  <a:txBody>
                    <a:bodyPr/>
                    <a:lstStyle/>
                    <a:p>
                      <a:pPr algn="just">
                        <a:buNone/>
                      </a:pPr>
                      <a:r>
                        <a:rPr lang="en-US" sz="1400">
                          <a:latin typeface="Times New Roman" panose="02020603050405020304" pitchFamily="18" charset="0"/>
                          <a:cs typeface="Times New Roman" panose="02020603050405020304" pitchFamily="18" charset="0"/>
                        </a:rPr>
                        <a:t>Integrated Financial Platforms (2025)</a:t>
                      </a:r>
                    </a:p>
                  </a:txBody>
                  <a:tcPr anchor="ctr">
                    <a:lnL>
                      <a:noFill/>
                    </a:lnL>
                    <a:lnR>
                      <a:noFill/>
                    </a:lnR>
                    <a:lnT>
                      <a:noFill/>
                    </a:lnT>
                    <a:lnB>
                      <a:noFill/>
                    </a:lnB>
                    <a:noFill/>
                  </a:tcPr>
                </a:tc>
                <a:tc>
                  <a:txBody>
                    <a:bodyPr/>
                    <a:lstStyle/>
                    <a:p>
                      <a:pPr algn="just">
                        <a:buNone/>
                      </a:pPr>
                      <a:r>
                        <a:rPr lang="en-US" sz="1400">
                          <a:latin typeface="Times New Roman" panose="02020603050405020304" pitchFamily="18" charset="0"/>
                          <a:cs typeface="Times New Roman" panose="02020603050405020304" pitchFamily="18" charset="0"/>
                        </a:rPr>
                        <a:t>Proposed unified financial dashboards with multiple tools</a:t>
                      </a:r>
                    </a:p>
                  </a:txBody>
                  <a:tcPr anchor="ctr">
                    <a:lnL>
                      <a:noFill/>
                    </a:lnL>
                    <a:lnR>
                      <a:noFill/>
                    </a:lnR>
                    <a:lnT>
                      <a:noFill/>
                    </a:lnT>
                    <a:lnB>
                      <a:noFill/>
                    </a:lnB>
                    <a:noFill/>
                  </a:tcPr>
                </a:tc>
                <a:tc>
                  <a:txBody>
                    <a:bodyPr/>
                    <a:lstStyle/>
                    <a:p>
                      <a:pPr algn="just">
                        <a:buNone/>
                      </a:pPr>
                      <a:r>
                        <a:rPr lang="en-US" sz="1400" dirty="0">
                          <a:latin typeface="Times New Roman" panose="02020603050405020304" pitchFamily="18" charset="0"/>
                          <a:cs typeface="Times New Roman" panose="02020603050405020304" pitchFamily="18" charset="0"/>
                        </a:rPr>
                        <a:t>No AI-powered prediction or personalized user accounts</a:t>
                      </a:r>
                    </a:p>
                  </a:txBody>
                  <a:tcPr anchor="ctr">
                    <a:lnL>
                      <a:noFill/>
                    </a:lnL>
                    <a:lnR>
                      <a:noFill/>
                    </a:lnR>
                    <a:lnT>
                      <a:noFill/>
                    </a:lnT>
                    <a:lnB>
                      <a:noFill/>
                    </a:lnB>
                    <a:noFill/>
                  </a:tcPr>
                </a:tc>
                <a:extLst>
                  <a:ext uri="{0D108BD9-81ED-4DB2-BD59-A6C34878D82A}">
                    <a16:rowId xmlns:a16="http://schemas.microsoft.com/office/drawing/2014/main" val="84619012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Google Shape;49;p15">
            <a:extLst>
              <a:ext uri="{FF2B5EF4-FFF2-40B4-BE49-F238E27FC236}">
                <a16:creationId xmlns:a16="http://schemas.microsoft.com/office/drawing/2014/main" id="{6E0D0935-E4DF-DE18-050A-01689FAB66D3}"/>
              </a:ext>
            </a:extLst>
          </p:cNvPr>
          <p:cNvSpPr txBox="1">
            <a:spLocks noChangeArrowheads="1"/>
          </p:cNvSpPr>
          <p:nvPr/>
        </p:nvSpPr>
        <p:spPr bwMode="auto">
          <a:xfrm>
            <a:off x="204788" y="1147763"/>
            <a:ext cx="8453437" cy="109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625" tIns="38800" rIns="77625" bIns="38800"/>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50000"/>
              </a:lnSpc>
              <a:buClr>
                <a:srgbClr val="000000"/>
              </a:buClr>
              <a:buSzPts val="3200"/>
              <a:buFont typeface="Arial" panose="020B0604020202020204" pitchFamily="34" charset="0"/>
              <a:buChar char="•"/>
            </a:pPr>
            <a:endParaRPr lang="en-US" altLang="en-US" sz="3200" b="1">
              <a:solidFill>
                <a:srgbClr val="0070C0"/>
              </a:solidFill>
              <a:latin typeface="Georgia" panose="02040502050405020303" pitchFamily="18" charset="0"/>
              <a:sym typeface="Georgia" panose="02040502050405020303" pitchFamily="18" charset="0"/>
            </a:endParaRPr>
          </a:p>
        </p:txBody>
      </p:sp>
      <p:sp>
        <p:nvSpPr>
          <p:cNvPr id="4" name="Title 3">
            <a:extLst>
              <a:ext uri="{FF2B5EF4-FFF2-40B4-BE49-F238E27FC236}">
                <a16:creationId xmlns:a16="http://schemas.microsoft.com/office/drawing/2014/main" id="{8F1EB601-14AD-265D-8217-2DD5373EE28E}"/>
              </a:ext>
            </a:extLst>
          </p:cNvPr>
          <p:cNvSpPr>
            <a:spLocks noGrp="1"/>
          </p:cNvSpPr>
          <p:nvPr>
            <p:ph type="title"/>
          </p:nvPr>
        </p:nvSpPr>
        <p:spPr>
          <a:xfrm>
            <a:off x="2398713" y="430213"/>
            <a:ext cx="6270625" cy="357187"/>
          </a:xfrm>
        </p:spPr>
        <p:txBody>
          <a:bodyPr/>
          <a:lstStyle/>
          <a:p>
            <a:pPr>
              <a:spcBef>
                <a:spcPct val="0"/>
              </a:spcBef>
              <a:spcAft>
                <a:spcPct val="0"/>
              </a:spcAft>
              <a:buSzPts val="2900"/>
              <a:buFont typeface="Arial" charset="0"/>
              <a:buNone/>
              <a:defRPr/>
            </a:pPr>
            <a:r>
              <a:rPr lang="en-US" sz="2900" b="1" kern="1200" dirty="0">
                <a:solidFill>
                  <a:srgbClr val="0070C0"/>
                </a:solidFill>
                <a:latin typeface="Georgia" pitchFamily="18" charset="0"/>
                <a:ea typeface="+mn-ea"/>
                <a:cs typeface="Arial" charset="0"/>
                <a:sym typeface="Georgia" pitchFamily="18" charset="0"/>
              </a:rPr>
              <a:t>Existing Work &amp; Limitation</a:t>
            </a:r>
          </a:p>
        </p:txBody>
      </p:sp>
      <p:graphicFrame>
        <p:nvGraphicFramePr>
          <p:cNvPr id="2" name="Table 1">
            <a:extLst>
              <a:ext uri="{FF2B5EF4-FFF2-40B4-BE49-F238E27FC236}">
                <a16:creationId xmlns:a16="http://schemas.microsoft.com/office/drawing/2014/main" id="{ACA4FAF3-D833-9B3B-1D43-B4AA127E5E2A}"/>
              </a:ext>
            </a:extLst>
          </p:cNvPr>
          <p:cNvGraphicFramePr>
            <a:graphicFrameLocks noGrp="1"/>
          </p:cNvGraphicFramePr>
          <p:nvPr>
            <p:extLst>
              <p:ext uri="{D42A27DB-BD31-4B8C-83A1-F6EECF244321}">
                <p14:modId xmlns:p14="http://schemas.microsoft.com/office/powerpoint/2010/main" val="3248061877"/>
              </p:ext>
            </p:extLst>
          </p:nvPr>
        </p:nvGraphicFramePr>
        <p:xfrm>
          <a:off x="815888" y="1198761"/>
          <a:ext cx="8445675" cy="3647362"/>
        </p:xfrm>
        <a:graphic>
          <a:graphicData uri="http://schemas.openxmlformats.org/drawingml/2006/table">
            <a:tbl>
              <a:tblPr/>
              <a:tblGrid>
                <a:gridCol w="2815225">
                  <a:extLst>
                    <a:ext uri="{9D8B030D-6E8A-4147-A177-3AD203B41FA5}">
                      <a16:colId xmlns:a16="http://schemas.microsoft.com/office/drawing/2014/main" val="3929037315"/>
                    </a:ext>
                  </a:extLst>
                </a:gridCol>
                <a:gridCol w="2815225">
                  <a:extLst>
                    <a:ext uri="{9D8B030D-6E8A-4147-A177-3AD203B41FA5}">
                      <a16:colId xmlns:a16="http://schemas.microsoft.com/office/drawing/2014/main" val="1839625538"/>
                    </a:ext>
                  </a:extLst>
                </a:gridCol>
                <a:gridCol w="2815225">
                  <a:extLst>
                    <a:ext uri="{9D8B030D-6E8A-4147-A177-3AD203B41FA5}">
                      <a16:colId xmlns:a16="http://schemas.microsoft.com/office/drawing/2014/main" val="3421299644"/>
                    </a:ext>
                  </a:extLst>
                </a:gridCol>
              </a:tblGrid>
              <a:tr h="302419">
                <a:tc>
                  <a:txBody>
                    <a:bodyPr/>
                    <a:lstStyle/>
                    <a:p>
                      <a:pPr algn="just">
                        <a:buNone/>
                      </a:pPr>
                      <a:r>
                        <a:rPr lang="en-US" sz="1400" b="1" dirty="0">
                          <a:latin typeface="Times New Roman" panose="02020603050405020304" pitchFamily="18" charset="0"/>
                          <a:cs typeface="Times New Roman" panose="02020603050405020304" pitchFamily="18" charset="0"/>
                        </a:rPr>
                        <a:t>Existing System</a:t>
                      </a:r>
                    </a:p>
                  </a:txBody>
                  <a:tcPr marL="90726" marR="90726" marT="45363" marB="45363" anchor="ctr">
                    <a:lnL>
                      <a:noFill/>
                    </a:lnL>
                    <a:lnR>
                      <a:noFill/>
                    </a:lnR>
                    <a:lnT>
                      <a:noFill/>
                    </a:lnT>
                    <a:lnB>
                      <a:noFill/>
                    </a:lnB>
                    <a:noFill/>
                  </a:tcPr>
                </a:tc>
                <a:tc>
                  <a:txBody>
                    <a:bodyPr/>
                    <a:lstStyle/>
                    <a:p>
                      <a:pPr algn="just">
                        <a:buNone/>
                      </a:pPr>
                      <a:r>
                        <a:rPr lang="en-US" sz="1400" b="1" dirty="0">
                          <a:latin typeface="Times New Roman" panose="02020603050405020304" pitchFamily="18" charset="0"/>
                          <a:cs typeface="Times New Roman" panose="02020603050405020304" pitchFamily="18" charset="0"/>
                        </a:rPr>
                        <a:t>Key Features</a:t>
                      </a:r>
                    </a:p>
                  </a:txBody>
                  <a:tcPr marL="90726" marR="90726" marT="45363" marB="45363" anchor="ctr">
                    <a:lnL>
                      <a:noFill/>
                    </a:lnL>
                    <a:lnR>
                      <a:noFill/>
                    </a:lnR>
                    <a:lnT>
                      <a:noFill/>
                    </a:lnT>
                    <a:lnB>
                      <a:noFill/>
                    </a:lnB>
                    <a:noFill/>
                  </a:tcPr>
                </a:tc>
                <a:tc>
                  <a:txBody>
                    <a:bodyPr/>
                    <a:lstStyle/>
                    <a:p>
                      <a:pPr algn="just">
                        <a:buNone/>
                      </a:pPr>
                      <a:r>
                        <a:rPr lang="en-US" sz="1400" b="1" dirty="0">
                          <a:latin typeface="Times New Roman" panose="02020603050405020304" pitchFamily="18" charset="0"/>
                          <a:cs typeface="Times New Roman" panose="02020603050405020304" pitchFamily="18" charset="0"/>
                        </a:rPr>
                        <a:t>Limitation vs Our Project</a:t>
                      </a:r>
                    </a:p>
                  </a:txBody>
                  <a:tcPr marL="90726" marR="90726" marT="45363" marB="45363" anchor="ctr">
                    <a:lnL>
                      <a:noFill/>
                    </a:lnL>
                    <a:lnR>
                      <a:noFill/>
                    </a:lnR>
                    <a:lnT>
                      <a:noFill/>
                    </a:lnT>
                    <a:lnB>
                      <a:noFill/>
                    </a:lnB>
                    <a:noFill/>
                  </a:tcPr>
                </a:tc>
                <a:extLst>
                  <a:ext uri="{0D108BD9-81ED-4DB2-BD59-A6C34878D82A}">
                    <a16:rowId xmlns:a16="http://schemas.microsoft.com/office/drawing/2014/main" val="3510087433"/>
                  </a:ext>
                </a:extLst>
              </a:tr>
              <a:tr h="937498">
                <a:tc>
                  <a:txBody>
                    <a:bodyPr/>
                    <a:lstStyle/>
                    <a:p>
                      <a:pPr algn="just">
                        <a:buNone/>
                      </a:pPr>
                      <a:r>
                        <a:rPr lang="en-US" sz="1400">
                          <a:latin typeface="Times New Roman" panose="02020603050405020304" pitchFamily="18" charset="0"/>
                          <a:cs typeface="Times New Roman" panose="02020603050405020304" pitchFamily="18" charset="0"/>
                        </a:rPr>
                        <a:t>CIBIL / Experian Credit Score</a:t>
                      </a:r>
                    </a:p>
                  </a:txBody>
                  <a:tcPr marL="90726" marR="90726" marT="45363" marB="45363" anchor="ctr">
                    <a:lnL>
                      <a:noFill/>
                    </a:lnL>
                    <a:lnR>
                      <a:noFill/>
                    </a:lnR>
                    <a:lnT>
                      <a:noFill/>
                    </a:lnT>
                    <a:lnB>
                      <a:noFill/>
                    </a:lnB>
                    <a:noFill/>
                  </a:tcPr>
                </a:tc>
                <a:tc>
                  <a:txBody>
                    <a:bodyPr/>
                    <a:lstStyle/>
                    <a:p>
                      <a:pPr algn="just">
                        <a:buNone/>
                      </a:pPr>
                      <a:r>
                        <a:rPr lang="en-US" sz="1400" dirty="0">
                          <a:latin typeface="Times New Roman" panose="02020603050405020304" pitchFamily="18" charset="0"/>
                          <a:cs typeface="Times New Roman" panose="02020603050405020304" pitchFamily="18" charset="0"/>
                        </a:rPr>
                        <a:t>Provides credit score and basic credit report</a:t>
                      </a:r>
                    </a:p>
                  </a:txBody>
                  <a:tcPr marL="90726" marR="90726" marT="45363" marB="45363" anchor="ctr">
                    <a:lnL>
                      <a:noFill/>
                    </a:lnL>
                    <a:lnR>
                      <a:noFill/>
                    </a:lnR>
                    <a:lnT>
                      <a:noFill/>
                    </a:lnT>
                    <a:lnB>
                      <a:noFill/>
                    </a:lnB>
                    <a:noFill/>
                  </a:tcPr>
                </a:tc>
                <a:tc>
                  <a:txBody>
                    <a:bodyPr/>
                    <a:lstStyle/>
                    <a:p>
                      <a:pPr algn="just">
                        <a:buNone/>
                      </a:pPr>
                      <a:r>
                        <a:rPr lang="en-US" sz="1400">
                          <a:latin typeface="Times New Roman" panose="02020603050405020304" pitchFamily="18" charset="0"/>
                          <a:cs typeface="Times New Roman" panose="02020603050405020304" pitchFamily="18" charset="0"/>
                        </a:rPr>
                        <a:t>Shows only a score — no loan prediction, no expense tracking, no investment planning, no user dashboard</a:t>
                      </a:r>
                    </a:p>
                  </a:txBody>
                  <a:tcPr marL="90726" marR="90726" marT="45363" marB="45363" anchor="ctr">
                    <a:lnL>
                      <a:noFill/>
                    </a:lnL>
                    <a:lnR>
                      <a:noFill/>
                    </a:lnR>
                    <a:lnT>
                      <a:noFill/>
                    </a:lnT>
                    <a:lnB>
                      <a:noFill/>
                    </a:lnB>
                    <a:noFill/>
                  </a:tcPr>
                </a:tc>
                <a:extLst>
                  <a:ext uri="{0D108BD9-81ED-4DB2-BD59-A6C34878D82A}">
                    <a16:rowId xmlns:a16="http://schemas.microsoft.com/office/drawing/2014/main" val="867604260"/>
                  </a:ext>
                </a:extLst>
              </a:tr>
              <a:tr h="725805">
                <a:tc>
                  <a:txBody>
                    <a:bodyPr/>
                    <a:lstStyle/>
                    <a:p>
                      <a:pPr algn="just">
                        <a:buNone/>
                      </a:pPr>
                      <a:r>
                        <a:rPr lang="en-US" sz="1400">
                          <a:latin typeface="Times New Roman" panose="02020603050405020304" pitchFamily="18" charset="0"/>
                          <a:cs typeface="Times New Roman" panose="02020603050405020304" pitchFamily="18" charset="0"/>
                        </a:rPr>
                        <a:t>Online Loan Calculators</a:t>
                      </a:r>
                    </a:p>
                  </a:txBody>
                  <a:tcPr marL="90726" marR="90726" marT="45363" marB="45363" anchor="ctr">
                    <a:lnL>
                      <a:noFill/>
                    </a:lnL>
                    <a:lnR>
                      <a:noFill/>
                    </a:lnR>
                    <a:lnT>
                      <a:noFill/>
                    </a:lnT>
                    <a:lnB>
                      <a:noFill/>
                    </a:lnB>
                    <a:noFill/>
                  </a:tcPr>
                </a:tc>
                <a:tc>
                  <a:txBody>
                    <a:bodyPr/>
                    <a:lstStyle/>
                    <a:p>
                      <a:pPr algn="just">
                        <a:buNone/>
                      </a:pPr>
                      <a:r>
                        <a:rPr lang="en-US" sz="1400" dirty="0">
                          <a:latin typeface="Times New Roman" panose="02020603050405020304" pitchFamily="18" charset="0"/>
                          <a:cs typeface="Times New Roman" panose="02020603050405020304" pitchFamily="18" charset="0"/>
                        </a:rPr>
                        <a:t>Calculate EMI and loan eligibility based on income</a:t>
                      </a:r>
                    </a:p>
                  </a:txBody>
                  <a:tcPr marL="90726" marR="90726" marT="45363" marB="45363" anchor="ctr">
                    <a:lnL>
                      <a:noFill/>
                    </a:lnL>
                    <a:lnR>
                      <a:noFill/>
                    </a:lnR>
                    <a:lnT>
                      <a:noFill/>
                    </a:lnT>
                    <a:lnB>
                      <a:noFill/>
                    </a:lnB>
                    <a:noFill/>
                  </a:tcPr>
                </a:tc>
                <a:tc>
                  <a:txBody>
                    <a:bodyPr/>
                    <a:lstStyle/>
                    <a:p>
                      <a:pPr algn="just">
                        <a:buNone/>
                      </a:pPr>
                      <a:r>
                        <a:rPr lang="en-US" sz="1400">
                          <a:latin typeface="Times New Roman" panose="02020603050405020304" pitchFamily="18" charset="0"/>
                          <a:cs typeface="Times New Roman" panose="02020603050405020304" pitchFamily="18" charset="0"/>
                        </a:rPr>
                        <a:t>No ML model, no risk classification, no collateral check, no personalized user account</a:t>
                      </a:r>
                    </a:p>
                  </a:txBody>
                  <a:tcPr marL="90726" marR="90726" marT="45363" marB="45363" anchor="ctr">
                    <a:lnL>
                      <a:noFill/>
                    </a:lnL>
                    <a:lnR>
                      <a:noFill/>
                    </a:lnR>
                    <a:lnT>
                      <a:noFill/>
                    </a:lnT>
                    <a:lnB>
                      <a:noFill/>
                    </a:lnB>
                    <a:noFill/>
                  </a:tcPr>
                </a:tc>
                <a:extLst>
                  <a:ext uri="{0D108BD9-81ED-4DB2-BD59-A6C34878D82A}">
                    <a16:rowId xmlns:a16="http://schemas.microsoft.com/office/drawing/2014/main" val="3477879197"/>
                  </a:ext>
                </a:extLst>
              </a:tr>
              <a:tr h="725805">
                <a:tc>
                  <a:txBody>
                    <a:bodyPr/>
                    <a:lstStyle/>
                    <a:p>
                      <a:pPr algn="just">
                        <a:buNone/>
                      </a:pPr>
                      <a:r>
                        <a:rPr lang="en-US" sz="1400">
                          <a:latin typeface="Times New Roman" panose="02020603050405020304" pitchFamily="18" charset="0"/>
                          <a:cs typeface="Times New Roman" panose="02020603050405020304" pitchFamily="18" charset="0"/>
                        </a:rPr>
                        <a:t>Personal Finance Apps (ET Money, Walnut)</a:t>
                      </a:r>
                    </a:p>
                  </a:txBody>
                  <a:tcPr marL="90726" marR="90726" marT="45363" marB="45363" anchor="ctr">
                    <a:lnL>
                      <a:noFill/>
                    </a:lnL>
                    <a:lnR>
                      <a:noFill/>
                    </a:lnR>
                    <a:lnT>
                      <a:noFill/>
                    </a:lnT>
                    <a:lnB>
                      <a:noFill/>
                    </a:lnB>
                    <a:noFill/>
                  </a:tcPr>
                </a:tc>
                <a:tc>
                  <a:txBody>
                    <a:bodyPr/>
                    <a:lstStyle/>
                    <a:p>
                      <a:pPr algn="just">
                        <a:buNone/>
                      </a:pPr>
                      <a:r>
                        <a:rPr lang="en-US" sz="1400">
                          <a:latin typeface="Times New Roman" panose="02020603050405020304" pitchFamily="18" charset="0"/>
                          <a:cs typeface="Times New Roman" panose="02020603050405020304" pitchFamily="18" charset="0"/>
                        </a:rPr>
                        <a:t>Expense tracking, budget management, investment tracking</a:t>
                      </a:r>
                    </a:p>
                  </a:txBody>
                  <a:tcPr marL="90726" marR="90726" marT="45363" marB="45363" anchor="ctr">
                    <a:lnL>
                      <a:noFill/>
                    </a:lnL>
                    <a:lnR>
                      <a:noFill/>
                    </a:lnR>
                    <a:lnT>
                      <a:noFill/>
                    </a:lnT>
                    <a:lnB>
                      <a:noFill/>
                    </a:lnB>
                    <a:noFill/>
                  </a:tcPr>
                </a:tc>
                <a:tc>
                  <a:txBody>
                    <a:bodyPr/>
                    <a:lstStyle/>
                    <a:p>
                      <a:pPr algn="just">
                        <a:buNone/>
                      </a:pPr>
                      <a:r>
                        <a:rPr lang="en-US" sz="1400">
                          <a:latin typeface="Times New Roman" panose="02020603050405020304" pitchFamily="18" charset="0"/>
                          <a:cs typeface="Times New Roman" panose="02020603050405020304" pitchFamily="18" charset="0"/>
                        </a:rPr>
                        <a:t>No loan risk prediction, no AI assistant, no land collateral or credit score simulation</a:t>
                      </a:r>
                    </a:p>
                  </a:txBody>
                  <a:tcPr marL="90726" marR="90726" marT="45363" marB="45363" anchor="ctr">
                    <a:lnL>
                      <a:noFill/>
                    </a:lnL>
                    <a:lnR>
                      <a:noFill/>
                    </a:lnR>
                    <a:lnT>
                      <a:noFill/>
                    </a:lnT>
                    <a:lnB>
                      <a:noFill/>
                    </a:lnB>
                    <a:noFill/>
                  </a:tcPr>
                </a:tc>
                <a:extLst>
                  <a:ext uri="{0D108BD9-81ED-4DB2-BD59-A6C34878D82A}">
                    <a16:rowId xmlns:a16="http://schemas.microsoft.com/office/drawing/2014/main" val="1864230483"/>
                  </a:ext>
                </a:extLst>
              </a:tr>
              <a:tr h="937498">
                <a:tc>
                  <a:txBody>
                    <a:bodyPr/>
                    <a:lstStyle/>
                    <a:p>
                      <a:pPr algn="just">
                        <a:buNone/>
                      </a:pPr>
                      <a:r>
                        <a:rPr lang="en-US" sz="1400">
                          <a:latin typeface="Times New Roman" panose="02020603050405020304" pitchFamily="18" charset="0"/>
                          <a:cs typeface="Times New Roman" panose="02020603050405020304" pitchFamily="18" charset="0"/>
                        </a:rPr>
                        <a:t>Bank Loan Portals</a:t>
                      </a:r>
                    </a:p>
                  </a:txBody>
                  <a:tcPr marL="90726" marR="90726" marT="45363" marB="45363" anchor="ctr">
                    <a:lnL>
                      <a:noFill/>
                    </a:lnL>
                    <a:lnR>
                      <a:noFill/>
                    </a:lnR>
                    <a:lnT>
                      <a:noFill/>
                    </a:lnT>
                    <a:lnB>
                      <a:noFill/>
                    </a:lnB>
                    <a:noFill/>
                  </a:tcPr>
                </a:tc>
                <a:tc>
                  <a:txBody>
                    <a:bodyPr/>
                    <a:lstStyle/>
                    <a:p>
                      <a:pPr algn="just">
                        <a:buNone/>
                      </a:pPr>
                      <a:r>
                        <a:rPr lang="en-US" sz="1400">
                          <a:latin typeface="Times New Roman" panose="02020603050405020304" pitchFamily="18" charset="0"/>
                          <a:cs typeface="Times New Roman" panose="02020603050405020304" pitchFamily="18" charset="0"/>
                        </a:rPr>
                        <a:t>Accept loan applications and give manual decisions</a:t>
                      </a:r>
                    </a:p>
                  </a:txBody>
                  <a:tcPr marL="90726" marR="90726" marT="45363" marB="45363" anchor="ctr">
                    <a:lnL>
                      <a:noFill/>
                    </a:lnL>
                    <a:lnR>
                      <a:noFill/>
                    </a:lnR>
                    <a:lnT>
                      <a:noFill/>
                    </a:lnT>
                    <a:lnB>
                      <a:noFill/>
                    </a:lnB>
                    <a:noFill/>
                  </a:tcPr>
                </a:tc>
                <a:tc>
                  <a:txBody>
                    <a:bodyPr/>
                    <a:lstStyle/>
                    <a:p>
                      <a:pPr algn="just">
                        <a:buNone/>
                      </a:pPr>
                      <a:r>
                        <a:rPr lang="en-US" sz="1400" dirty="0">
                          <a:latin typeface="Times New Roman" panose="02020603050405020304" pitchFamily="18" charset="0"/>
                          <a:cs typeface="Times New Roman" panose="02020603050405020304" pitchFamily="18" charset="0"/>
                        </a:rPr>
                        <a:t>Slow manual process, no real-time prediction, no integrated financial health insights for customer</a:t>
                      </a:r>
                    </a:p>
                  </a:txBody>
                  <a:tcPr marL="90726" marR="90726" marT="45363" marB="45363" anchor="ctr">
                    <a:lnL>
                      <a:noFill/>
                    </a:lnL>
                    <a:lnR>
                      <a:noFill/>
                    </a:lnR>
                    <a:lnT>
                      <a:noFill/>
                    </a:lnT>
                    <a:lnB>
                      <a:noFill/>
                    </a:lnB>
                    <a:noFill/>
                  </a:tcPr>
                </a:tc>
                <a:extLst>
                  <a:ext uri="{0D108BD9-81ED-4DB2-BD59-A6C34878D82A}">
                    <a16:rowId xmlns:a16="http://schemas.microsoft.com/office/drawing/2014/main" val="414729875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Google Shape;49;p15">
            <a:extLst>
              <a:ext uri="{FF2B5EF4-FFF2-40B4-BE49-F238E27FC236}">
                <a16:creationId xmlns:a16="http://schemas.microsoft.com/office/drawing/2014/main" id="{81BD342D-A913-87FC-6D19-68CA10EA0FD3}"/>
              </a:ext>
            </a:extLst>
          </p:cNvPr>
          <p:cNvSpPr txBox="1">
            <a:spLocks noChangeArrowheads="1"/>
          </p:cNvSpPr>
          <p:nvPr/>
        </p:nvSpPr>
        <p:spPr bwMode="auto">
          <a:xfrm>
            <a:off x="812007" y="1108006"/>
            <a:ext cx="3919020" cy="3662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625" tIns="38800" rIns="77625" bIns="38800" numCol="2"/>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50000"/>
              </a:lnSpc>
              <a:buClr>
                <a:srgbClr val="000000"/>
              </a:buClr>
              <a:buSzPts val="3200"/>
            </a:pPr>
            <a:endParaRPr lang="en-US" altLang="en-US" b="1" dirty="0">
              <a:solidFill>
                <a:srgbClr val="0070C0"/>
              </a:solidFill>
              <a:latin typeface="Times New Roman" panose="02020603050405020304" pitchFamily="18" charset="0"/>
              <a:cs typeface="Times New Roman" panose="02020603050405020304" pitchFamily="18" charset="0"/>
              <a:sym typeface="Georgia" panose="02040502050405020303" pitchFamily="18" charset="0"/>
            </a:endParaRPr>
          </a:p>
        </p:txBody>
      </p:sp>
      <p:sp>
        <p:nvSpPr>
          <p:cNvPr id="2" name="Google Shape;49;p15">
            <a:extLst>
              <a:ext uri="{FF2B5EF4-FFF2-40B4-BE49-F238E27FC236}">
                <a16:creationId xmlns:a16="http://schemas.microsoft.com/office/drawing/2014/main" id="{6C6CD5D8-EA1D-7C34-BAEC-A31626E5A66C}"/>
              </a:ext>
            </a:extLst>
          </p:cNvPr>
          <p:cNvSpPr txBox="1">
            <a:spLocks noChangeArrowheads="1"/>
          </p:cNvSpPr>
          <p:nvPr/>
        </p:nvSpPr>
        <p:spPr bwMode="auto">
          <a:xfrm>
            <a:off x="438706" y="1048526"/>
            <a:ext cx="8541171" cy="2118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625" tIns="38800" rIns="77625" bIns="38800"/>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b="1" dirty="0">
                <a:latin typeface="Times New Roman" panose="02020603050405020304" pitchFamily="18" charset="0"/>
                <a:cs typeface="Times New Roman" panose="02020603050405020304" pitchFamily="18" charset="0"/>
              </a:rPr>
              <a:t>Proposed Work :</a:t>
            </a:r>
          </a:p>
          <a:p>
            <a:pPr algn="just"/>
            <a:endParaRPr lang="en-IN"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AI-powered web platform integrating 20+ financial tools into one unified system</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Random Forest ML model for loan risk prediction with 96.71% accuracy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Secure user authentication with personalized dashboard per customer</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Land collateral assessment with district-wise rates for 22 Indian states and 15 districts each</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Monthly expense tracker whose disposable income feeds into loan risk for accurate prediction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Integrated budget planner with real-time income, expense, and savings analysis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 Money Assistant powered by </a:t>
            </a:r>
            <a:r>
              <a:rPr lang="en-US" dirty="0" err="1">
                <a:latin typeface="Times New Roman" panose="02020603050405020304" pitchFamily="18" charset="0"/>
                <a:cs typeface="Times New Roman" panose="02020603050405020304" pitchFamily="18" charset="0"/>
              </a:rPr>
              <a:t>Groq</a:t>
            </a:r>
            <a:r>
              <a:rPr lang="en-US" dirty="0">
                <a:latin typeface="Times New Roman" panose="02020603050405020304" pitchFamily="18" charset="0"/>
                <a:cs typeface="Times New Roman" panose="02020603050405020304" pitchFamily="18" charset="0"/>
              </a:rPr>
              <a:t> API (</a:t>
            </a:r>
            <a:r>
              <a:rPr lang="en-US" dirty="0" err="1">
                <a:latin typeface="Times New Roman" panose="02020603050405020304" pitchFamily="18" charset="0"/>
                <a:cs typeface="Times New Roman" panose="02020603050405020304" pitchFamily="18" charset="0"/>
              </a:rPr>
              <a:t>LLaMA</a:t>
            </a:r>
            <a:r>
              <a:rPr lang="en-US" dirty="0">
                <a:latin typeface="Times New Roman" panose="02020603050405020304" pitchFamily="18" charset="0"/>
                <a:cs typeface="Times New Roman" panose="02020603050405020304" pitchFamily="18" charset="0"/>
              </a:rPr>
              <a:t> 3.1 model)</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Interactive financial dashboard providing personalized insights, reports, and spending trends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AC31E22C-5C4C-41D7-33B8-7C6643E883DC}"/>
              </a:ext>
            </a:extLst>
          </p:cNvPr>
          <p:cNvSpPr txBox="1">
            <a:spLocks/>
          </p:cNvSpPr>
          <p:nvPr/>
        </p:nvSpPr>
        <p:spPr bwMode="auto">
          <a:xfrm>
            <a:off x="1903412" y="475036"/>
            <a:ext cx="6270625"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ctr" anchorCtr="0" compatLnSpc="1">
            <a:prstTxWarp prst="textNoShape">
              <a:avLst/>
            </a:prstTxWarp>
            <a:noAutofit/>
          </a:bodyPr>
          <a:lstStyle>
            <a:defPPr marR="0" lvl="0" algn="l" rtl="0">
              <a:lnSpc>
                <a:spcPct val="100000"/>
              </a:lnSpc>
              <a:spcBef>
                <a:spcPts val="0"/>
              </a:spcBef>
              <a:spcAft>
                <a:spcPts val="0"/>
              </a:spcAft>
            </a:defPPr>
            <a:lvl1pPr lvl="0" algn="ctr" rtl="0" eaLnBrk="0" fontAlgn="base" hangingPunct="0">
              <a:lnSpc>
                <a:spcPct val="100000"/>
              </a:lnSpc>
              <a:spcBef>
                <a:spcPts val="0"/>
              </a:spcBef>
              <a:spcAft>
                <a:spcPts val="0"/>
              </a:spcAft>
              <a:buClr>
                <a:srgbClr val="000000"/>
              </a:buClr>
              <a:buSzPts val="2800"/>
              <a:buFont typeface="Arial" panose="020B0604020202020204" pitchFamily="34" charset="0"/>
              <a:buNone/>
              <a:defRPr sz="2500">
                <a:solidFill>
                  <a:schemeClr val="dk1"/>
                </a:solidFill>
                <a:latin typeface="Arial"/>
                <a:ea typeface="Arial"/>
                <a:cs typeface="Arial"/>
                <a:sym typeface="Arial" panose="020B0604020202020204" pitchFamily="34" charset="0"/>
              </a:defRPr>
            </a:lvl1pPr>
            <a:lvl2pPr lvl="1" algn="l" rtl="0" eaLnBrk="0" fontAlgn="base" hangingPunct="0">
              <a:lnSpc>
                <a:spcPct val="100000"/>
              </a:lnSpc>
              <a:spcBef>
                <a:spcPts val="0"/>
              </a:spcBef>
              <a:spcAft>
                <a:spcPts val="0"/>
              </a:spcAft>
              <a:buClr>
                <a:srgbClr val="000000"/>
              </a:buClr>
              <a:buSzPts val="2800"/>
              <a:buFont typeface="Arial" panose="020B0604020202020204" pitchFamily="34" charset="0"/>
              <a:buNone/>
              <a:defRPr sz="1400">
                <a:solidFill>
                  <a:srgbClr val="000000"/>
                </a:solidFill>
                <a:latin typeface="Arial"/>
                <a:ea typeface="Arial"/>
                <a:cs typeface="Arial"/>
                <a:sym typeface="Arial" panose="020B0604020202020204" pitchFamily="34" charset="0"/>
              </a:defRPr>
            </a:lvl2pPr>
            <a:lvl3pPr lvl="2" algn="l" rtl="0" eaLnBrk="0" fontAlgn="base" hangingPunct="0">
              <a:lnSpc>
                <a:spcPct val="100000"/>
              </a:lnSpc>
              <a:spcBef>
                <a:spcPts val="0"/>
              </a:spcBef>
              <a:spcAft>
                <a:spcPts val="0"/>
              </a:spcAft>
              <a:buClr>
                <a:srgbClr val="000000"/>
              </a:buClr>
              <a:buSzPts val="2800"/>
              <a:buFont typeface="Arial" panose="020B0604020202020204" pitchFamily="34" charset="0"/>
              <a:buNone/>
              <a:defRPr sz="1400">
                <a:solidFill>
                  <a:srgbClr val="000000"/>
                </a:solidFill>
                <a:latin typeface="Arial"/>
                <a:ea typeface="Arial"/>
                <a:cs typeface="Arial"/>
                <a:sym typeface="Arial" panose="020B0604020202020204" pitchFamily="34" charset="0"/>
              </a:defRPr>
            </a:lvl3pPr>
            <a:lvl4pPr lvl="3" algn="l" rtl="0" eaLnBrk="0" fontAlgn="base" hangingPunct="0">
              <a:lnSpc>
                <a:spcPct val="100000"/>
              </a:lnSpc>
              <a:spcBef>
                <a:spcPts val="0"/>
              </a:spcBef>
              <a:spcAft>
                <a:spcPts val="0"/>
              </a:spcAft>
              <a:buClr>
                <a:srgbClr val="000000"/>
              </a:buClr>
              <a:buSzPts val="2800"/>
              <a:buFont typeface="Arial" panose="020B0604020202020204" pitchFamily="34" charset="0"/>
              <a:buNone/>
              <a:defRPr sz="1400">
                <a:solidFill>
                  <a:srgbClr val="000000"/>
                </a:solidFill>
                <a:latin typeface="Arial"/>
                <a:ea typeface="Arial"/>
                <a:cs typeface="Arial"/>
                <a:sym typeface="Arial" panose="020B0604020202020204" pitchFamily="34" charset="0"/>
              </a:defRPr>
            </a:lvl4pPr>
            <a:lvl5pPr lvl="4" algn="l" rtl="0" eaLnBrk="0" fontAlgn="base" hangingPunct="0">
              <a:lnSpc>
                <a:spcPct val="100000"/>
              </a:lnSpc>
              <a:spcBef>
                <a:spcPts val="0"/>
              </a:spcBef>
              <a:spcAft>
                <a:spcPts val="0"/>
              </a:spcAft>
              <a:buClr>
                <a:srgbClr val="000000"/>
              </a:buClr>
              <a:buSzPts val="2800"/>
              <a:buFont typeface="Arial" panose="020B0604020202020204" pitchFamily="34" charset="0"/>
              <a:buNone/>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pPr>
              <a:spcBef>
                <a:spcPct val="0"/>
              </a:spcBef>
              <a:spcAft>
                <a:spcPct val="0"/>
              </a:spcAft>
              <a:buSzPts val="2900"/>
              <a:buFont typeface="Arial" charset="0"/>
              <a:buNone/>
              <a:defRPr/>
            </a:pPr>
            <a:r>
              <a:rPr lang="en-US" sz="2900" b="1" kern="1200" dirty="0">
                <a:solidFill>
                  <a:srgbClr val="0070C0"/>
                </a:solidFill>
                <a:latin typeface="Times New Roman" panose="02020603050405020304" pitchFamily="18" charset="0"/>
                <a:ea typeface="+mn-ea"/>
                <a:cs typeface="Times New Roman" panose="02020603050405020304" pitchFamily="18" charset="0"/>
                <a:sym typeface="Georgia" pitchFamily="18" charset="0"/>
              </a:rPr>
              <a:t>Proposed work &amp; Advantages</a:t>
            </a:r>
          </a:p>
        </p:txBody>
      </p:sp>
      <p:sp>
        <p:nvSpPr>
          <p:cNvPr id="5" name="Google Shape;49;p15">
            <a:extLst>
              <a:ext uri="{FF2B5EF4-FFF2-40B4-BE49-F238E27FC236}">
                <a16:creationId xmlns:a16="http://schemas.microsoft.com/office/drawing/2014/main" id="{C1E30FF3-43FE-F1AE-8543-AFB1C44E41F9}"/>
              </a:ext>
            </a:extLst>
          </p:cNvPr>
          <p:cNvSpPr txBox="1">
            <a:spLocks noChangeArrowheads="1"/>
          </p:cNvSpPr>
          <p:nvPr/>
        </p:nvSpPr>
        <p:spPr bwMode="auto">
          <a:xfrm>
            <a:off x="438705" y="3383573"/>
            <a:ext cx="8541171" cy="1797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625" tIns="38800" rIns="77625" bIns="38800"/>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a:r>
              <a:rPr lang="en-IN" b="1" dirty="0">
                <a:latin typeface="Times New Roman" panose="02020603050405020304" pitchFamily="18" charset="0"/>
                <a:cs typeface="Times New Roman" panose="02020603050405020304" pitchFamily="18" charset="0"/>
              </a:rPr>
              <a:t>Advantages :</a:t>
            </a:r>
          </a:p>
          <a:p>
            <a:pPr algn="just"/>
            <a:endParaRPr lang="en-IN"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Replaces slow manual loan evaluation with instant AI prediction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Integrates all financial tools — no need for multiple separate apps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Personalized data per user — expenses, goals, loans, bills all saved</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spending alerts and overspending warnings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users improve credit score with actionable personalized tips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District-wise land valuation supports collateral-based loan assessment</a:t>
            </a:r>
          </a:p>
          <a:p>
            <a:pPr marL="285750" indent="-285750" algn="just">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Google Shape;49;p15">
            <a:extLst>
              <a:ext uri="{FF2B5EF4-FFF2-40B4-BE49-F238E27FC236}">
                <a16:creationId xmlns:a16="http://schemas.microsoft.com/office/drawing/2014/main" id="{565B85F6-68BF-4DDE-FD45-5D32747E9CB7}"/>
              </a:ext>
            </a:extLst>
          </p:cNvPr>
          <p:cNvSpPr txBox="1">
            <a:spLocks noChangeArrowheads="1"/>
          </p:cNvSpPr>
          <p:nvPr/>
        </p:nvSpPr>
        <p:spPr bwMode="auto">
          <a:xfrm>
            <a:off x="2298527" y="1015242"/>
            <a:ext cx="5480395" cy="3490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625" tIns="38800" rIns="77625" bIns="38800"/>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eaLnBrk="1" hangingPunct="1">
              <a:lnSpc>
                <a:spcPct val="150000"/>
              </a:lnSpc>
              <a:buClr>
                <a:srgbClr val="000000"/>
              </a:buClr>
              <a:buSzPts val="3200"/>
            </a:pPr>
            <a:r>
              <a:rPr lang="en-US" b="1" dirty="0">
                <a:latin typeface="Times New Roman" panose="02020603050405020304" pitchFamily="18" charset="0"/>
                <a:cs typeface="Times New Roman" panose="02020603050405020304" pitchFamily="18" charset="0"/>
              </a:rPr>
              <a:t>Frontend </a:t>
            </a:r>
            <a:r>
              <a:rPr lang="en-US" dirty="0">
                <a:latin typeface="Times New Roman" panose="02020603050405020304" pitchFamily="18" charset="0"/>
                <a:cs typeface="Times New Roman" panose="02020603050405020304" pitchFamily="18" charset="0"/>
              </a:rPr>
              <a:t>: React 18 + Vite, Recharts, Axios </a:t>
            </a:r>
          </a:p>
          <a:p>
            <a:pPr algn="just" eaLnBrk="1" hangingPunct="1">
              <a:lnSpc>
                <a:spcPct val="150000"/>
              </a:lnSpc>
              <a:buClr>
                <a:srgbClr val="000000"/>
              </a:buClr>
              <a:buSzPts val="3200"/>
            </a:pPr>
            <a:r>
              <a:rPr lang="en-US" b="1" dirty="0">
                <a:latin typeface="Times New Roman" panose="02020603050405020304" pitchFamily="18" charset="0"/>
                <a:cs typeface="Times New Roman" panose="02020603050405020304" pitchFamily="18" charset="0"/>
              </a:rPr>
              <a:t>Backend</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Uvicorn</a:t>
            </a:r>
            <a:r>
              <a:rPr lang="en-US" dirty="0">
                <a:latin typeface="Times New Roman" panose="02020603050405020304" pitchFamily="18" charset="0"/>
                <a:cs typeface="Times New Roman" panose="02020603050405020304" pitchFamily="18" charset="0"/>
              </a:rPr>
              <a:t> (Python) </a:t>
            </a:r>
          </a:p>
          <a:p>
            <a:pPr algn="just" eaLnBrk="1" hangingPunct="1">
              <a:lnSpc>
                <a:spcPct val="150000"/>
              </a:lnSpc>
              <a:buClr>
                <a:srgbClr val="000000"/>
              </a:buClr>
              <a:buSzPts val="3200"/>
            </a:pPr>
            <a:r>
              <a:rPr lang="en-US" b="1" dirty="0">
                <a:latin typeface="Times New Roman" panose="02020603050405020304" pitchFamily="18" charset="0"/>
                <a:cs typeface="Times New Roman" panose="02020603050405020304" pitchFamily="18" charset="0"/>
              </a:rPr>
              <a:t>Database</a:t>
            </a:r>
            <a:r>
              <a:rPr lang="en-US" dirty="0">
                <a:latin typeface="Times New Roman" panose="02020603050405020304" pitchFamily="18" charset="0"/>
                <a:cs typeface="Times New Roman" panose="02020603050405020304" pitchFamily="18" charset="0"/>
              </a:rPr>
              <a:t> : SQLite (persistent storage) </a:t>
            </a:r>
          </a:p>
          <a:p>
            <a:pPr algn="just" eaLnBrk="1" hangingPunct="1">
              <a:lnSpc>
                <a:spcPct val="150000"/>
              </a:lnSpc>
              <a:buClr>
                <a:srgbClr val="000000"/>
              </a:buClr>
              <a:buSzPts val="3200"/>
            </a:pPr>
            <a:r>
              <a:rPr lang="en-US" b="1" dirty="0">
                <a:latin typeface="Times New Roman" panose="02020603050405020304" pitchFamily="18" charset="0"/>
                <a:cs typeface="Times New Roman" panose="02020603050405020304" pitchFamily="18" charset="0"/>
              </a:rPr>
              <a:t>ML Model </a:t>
            </a:r>
            <a:r>
              <a:rPr lang="en-US" dirty="0">
                <a:latin typeface="Times New Roman" panose="02020603050405020304" pitchFamily="18" charset="0"/>
                <a:cs typeface="Times New Roman" panose="02020603050405020304" pitchFamily="18" charset="0"/>
              </a:rPr>
              <a:t>: scikit-learn (</a:t>
            </a:r>
            <a:r>
              <a:rPr lang="en-US" dirty="0" err="1">
                <a:latin typeface="Times New Roman" panose="02020603050405020304" pitchFamily="18" charset="0"/>
                <a:cs typeface="Times New Roman" panose="02020603050405020304" pitchFamily="18" charset="0"/>
              </a:rPr>
              <a:t>RandomForest</a:t>
            </a:r>
            <a:r>
              <a:rPr lang="en-US" dirty="0">
                <a:latin typeface="Times New Roman" panose="02020603050405020304" pitchFamily="18" charset="0"/>
                <a:cs typeface="Times New Roman" panose="02020603050405020304" pitchFamily="18" charset="0"/>
              </a:rPr>
              <a:t>), Pandas, NumPy, </a:t>
            </a:r>
            <a:r>
              <a:rPr lang="en-US" dirty="0" err="1">
                <a:latin typeface="Times New Roman" panose="02020603050405020304" pitchFamily="18" charset="0"/>
                <a:cs typeface="Times New Roman" panose="02020603050405020304" pitchFamily="18" charset="0"/>
              </a:rPr>
              <a:t>Joblib</a:t>
            </a:r>
            <a:r>
              <a:rPr lang="en-US" dirty="0">
                <a:latin typeface="Times New Roman" panose="02020603050405020304" pitchFamily="18" charset="0"/>
                <a:cs typeface="Times New Roman" panose="02020603050405020304" pitchFamily="18" charset="0"/>
              </a:rPr>
              <a:t> </a:t>
            </a:r>
          </a:p>
          <a:p>
            <a:pPr algn="just" eaLnBrk="1" hangingPunct="1">
              <a:lnSpc>
                <a:spcPct val="150000"/>
              </a:lnSpc>
              <a:buClr>
                <a:srgbClr val="000000"/>
              </a:buClr>
              <a:buSzPts val="3200"/>
            </a:pPr>
            <a:r>
              <a:rPr lang="en-US" b="1" dirty="0">
                <a:latin typeface="Times New Roman" panose="02020603050405020304" pitchFamily="18" charset="0"/>
                <a:cs typeface="Times New Roman" panose="02020603050405020304" pitchFamily="18" charset="0"/>
              </a:rPr>
              <a:t>AI Assistant </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Groq</a:t>
            </a:r>
            <a:r>
              <a:rPr lang="en-US" dirty="0">
                <a:latin typeface="Times New Roman" panose="02020603050405020304" pitchFamily="18" charset="0"/>
                <a:cs typeface="Times New Roman" panose="02020603050405020304" pitchFamily="18" charset="0"/>
              </a:rPr>
              <a:t> API — </a:t>
            </a:r>
            <a:r>
              <a:rPr lang="en-US" dirty="0" err="1">
                <a:latin typeface="Times New Roman" panose="02020603050405020304" pitchFamily="18" charset="0"/>
                <a:cs typeface="Times New Roman" panose="02020603050405020304" pitchFamily="18" charset="0"/>
              </a:rPr>
              <a:t>LLaMA</a:t>
            </a:r>
            <a:r>
              <a:rPr lang="en-US" dirty="0">
                <a:latin typeface="Times New Roman" panose="02020603050405020304" pitchFamily="18" charset="0"/>
                <a:cs typeface="Times New Roman" panose="02020603050405020304" pitchFamily="18" charset="0"/>
              </a:rPr>
              <a:t> 3.1 8B Instant </a:t>
            </a:r>
          </a:p>
          <a:p>
            <a:pPr algn="just" eaLnBrk="1" hangingPunct="1">
              <a:lnSpc>
                <a:spcPct val="150000"/>
              </a:lnSpc>
              <a:buClr>
                <a:srgbClr val="000000"/>
              </a:buClr>
              <a:buSzPts val="3200"/>
            </a:pPr>
            <a:r>
              <a:rPr lang="en-US" b="1" dirty="0">
                <a:latin typeface="Times New Roman" panose="02020603050405020304" pitchFamily="18" charset="0"/>
                <a:cs typeface="Times New Roman" panose="02020603050405020304" pitchFamily="18" charset="0"/>
              </a:rPr>
              <a:t>Authentication </a:t>
            </a:r>
            <a:r>
              <a:rPr lang="en-US" dirty="0">
                <a:latin typeface="Times New Roman" panose="02020603050405020304" pitchFamily="18" charset="0"/>
                <a:cs typeface="Times New Roman" panose="02020603050405020304" pitchFamily="18" charset="0"/>
              </a:rPr>
              <a:t>: SHA-256 Hashing + Token Sessions </a:t>
            </a:r>
          </a:p>
          <a:p>
            <a:pPr algn="just" eaLnBrk="1" hangingPunct="1">
              <a:lnSpc>
                <a:spcPct val="150000"/>
              </a:lnSpc>
              <a:buClr>
                <a:srgbClr val="000000"/>
              </a:buClr>
              <a:buSzPts val="3200"/>
            </a:pPr>
            <a:r>
              <a:rPr lang="en-US" b="1" dirty="0">
                <a:latin typeface="Times New Roman" panose="02020603050405020304" pitchFamily="18" charset="0"/>
                <a:cs typeface="Times New Roman" panose="02020603050405020304" pitchFamily="18" charset="0"/>
              </a:rPr>
              <a:t>Environment</a:t>
            </a:r>
            <a:r>
              <a:rPr lang="en-US" dirty="0">
                <a:latin typeface="Times New Roman" panose="02020603050405020304" pitchFamily="18" charset="0"/>
                <a:cs typeface="Times New Roman" panose="02020603050405020304" pitchFamily="18" charset="0"/>
              </a:rPr>
              <a:t> : python-</a:t>
            </a:r>
            <a:r>
              <a:rPr lang="en-US" dirty="0" err="1">
                <a:latin typeface="Times New Roman" panose="02020603050405020304" pitchFamily="18" charset="0"/>
                <a:cs typeface="Times New Roman" panose="02020603050405020304" pitchFamily="18" charset="0"/>
              </a:rPr>
              <a:t>dotenv</a:t>
            </a:r>
            <a:r>
              <a:rPr lang="en-US" dirty="0">
                <a:latin typeface="Times New Roman" panose="02020603050405020304" pitchFamily="18" charset="0"/>
                <a:cs typeface="Times New Roman" panose="02020603050405020304" pitchFamily="18" charset="0"/>
              </a:rPr>
              <a:t> (API key management) </a:t>
            </a:r>
          </a:p>
          <a:p>
            <a:pPr algn="just" eaLnBrk="1" hangingPunct="1">
              <a:lnSpc>
                <a:spcPct val="150000"/>
              </a:lnSpc>
              <a:buClr>
                <a:srgbClr val="000000"/>
              </a:buClr>
              <a:buSzPts val="3200"/>
            </a:pPr>
            <a:r>
              <a:rPr lang="en-US" b="1" dirty="0">
                <a:latin typeface="Times New Roman" panose="02020603050405020304" pitchFamily="18" charset="0"/>
                <a:cs typeface="Times New Roman" panose="02020603050405020304" pitchFamily="18" charset="0"/>
              </a:rPr>
              <a:t>Version Control </a:t>
            </a:r>
            <a:r>
              <a:rPr lang="en-US" dirty="0">
                <a:latin typeface="Times New Roman" panose="02020603050405020304" pitchFamily="18" charset="0"/>
                <a:cs typeface="Times New Roman" panose="02020603050405020304" pitchFamily="18" charset="0"/>
              </a:rPr>
              <a:t>: Git + GitHub </a:t>
            </a:r>
          </a:p>
          <a:p>
            <a:pPr algn="just" eaLnBrk="1" hangingPunct="1">
              <a:lnSpc>
                <a:spcPct val="150000"/>
              </a:lnSpc>
              <a:buClr>
                <a:srgbClr val="000000"/>
              </a:buClr>
              <a:buSzPts val="3200"/>
            </a:pPr>
            <a:r>
              <a:rPr lang="en-US" b="1" dirty="0">
                <a:latin typeface="Times New Roman" panose="02020603050405020304" pitchFamily="18" charset="0"/>
                <a:cs typeface="Times New Roman" panose="02020603050405020304" pitchFamily="18" charset="0"/>
              </a:rPr>
              <a:t>Backend Deploy </a:t>
            </a:r>
            <a:r>
              <a:rPr lang="en-US" dirty="0">
                <a:latin typeface="Times New Roman" panose="02020603050405020304" pitchFamily="18" charset="0"/>
                <a:cs typeface="Times New Roman" panose="02020603050405020304" pitchFamily="18" charset="0"/>
              </a:rPr>
              <a:t>: Render (Free Tier)</a:t>
            </a:r>
          </a:p>
          <a:p>
            <a:pPr algn="just" eaLnBrk="1" hangingPunct="1">
              <a:lnSpc>
                <a:spcPct val="150000"/>
              </a:lnSpc>
              <a:buClr>
                <a:srgbClr val="000000"/>
              </a:buClr>
              <a:buSzPts val="3200"/>
            </a:pPr>
            <a:r>
              <a:rPr lang="en-US" b="1" dirty="0">
                <a:latin typeface="Times New Roman" panose="02020603050405020304" pitchFamily="18" charset="0"/>
                <a:cs typeface="Times New Roman" panose="02020603050405020304" pitchFamily="18" charset="0"/>
              </a:rPr>
              <a:t> Frontend Deploy </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Vercel</a:t>
            </a:r>
            <a:r>
              <a:rPr lang="en-US" dirty="0">
                <a:latin typeface="Times New Roman" panose="02020603050405020304" pitchFamily="18" charset="0"/>
                <a:cs typeface="Times New Roman" panose="02020603050405020304" pitchFamily="18" charset="0"/>
              </a:rPr>
              <a:t> (Free Tier) </a:t>
            </a:r>
          </a:p>
        </p:txBody>
      </p:sp>
      <p:sp>
        <p:nvSpPr>
          <p:cNvPr id="4" name="Title 3">
            <a:extLst>
              <a:ext uri="{FF2B5EF4-FFF2-40B4-BE49-F238E27FC236}">
                <a16:creationId xmlns:a16="http://schemas.microsoft.com/office/drawing/2014/main" id="{49E0F70F-D52E-FD5E-1E60-4C491C8E8D37}"/>
              </a:ext>
            </a:extLst>
          </p:cNvPr>
          <p:cNvSpPr>
            <a:spLocks noGrp="1"/>
          </p:cNvSpPr>
          <p:nvPr>
            <p:ph type="title"/>
          </p:nvPr>
        </p:nvSpPr>
        <p:spPr>
          <a:xfrm>
            <a:off x="2398713" y="430213"/>
            <a:ext cx="6270625" cy="357187"/>
          </a:xfrm>
        </p:spPr>
        <p:txBody>
          <a:bodyPr/>
          <a:lstStyle/>
          <a:p>
            <a:pPr>
              <a:spcBef>
                <a:spcPct val="0"/>
              </a:spcBef>
              <a:spcAft>
                <a:spcPct val="0"/>
              </a:spcAft>
              <a:buSzPts val="2900"/>
              <a:buFont typeface="Arial" charset="0"/>
              <a:buNone/>
              <a:defRPr/>
            </a:pPr>
            <a:r>
              <a:rPr lang="en-US" sz="2400" b="1" kern="1200" dirty="0">
                <a:solidFill>
                  <a:srgbClr val="0070C0"/>
                </a:solidFill>
                <a:latin typeface="Georgia" pitchFamily="18" charset="0"/>
                <a:ea typeface="+mn-ea"/>
                <a:cs typeface="Arial" charset="0"/>
                <a:sym typeface="Georgia" pitchFamily="18" charset="0"/>
              </a:rPr>
              <a:t>Software &amp; Hardware Requirements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Google Shape;49;p15">
            <a:extLst>
              <a:ext uri="{FF2B5EF4-FFF2-40B4-BE49-F238E27FC236}">
                <a16:creationId xmlns:a16="http://schemas.microsoft.com/office/drawing/2014/main" id="{EAF32D09-5900-3E52-BDAF-C03F6A11920B}"/>
              </a:ext>
            </a:extLst>
          </p:cNvPr>
          <p:cNvSpPr txBox="1">
            <a:spLocks noChangeArrowheads="1"/>
          </p:cNvSpPr>
          <p:nvPr/>
        </p:nvSpPr>
        <p:spPr bwMode="auto">
          <a:xfrm>
            <a:off x="204788" y="1147763"/>
            <a:ext cx="8453437" cy="109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625" tIns="38800" rIns="77625" bIns="38800"/>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150000"/>
              </a:lnSpc>
              <a:buClr>
                <a:srgbClr val="000000"/>
              </a:buClr>
              <a:buSzPts val="3200"/>
              <a:buFont typeface="Arial" panose="020B0604020202020204" pitchFamily="34" charset="0"/>
              <a:buChar char="•"/>
            </a:pPr>
            <a:endParaRPr lang="en-US" altLang="en-US" sz="3200" b="1">
              <a:solidFill>
                <a:srgbClr val="0070C0"/>
              </a:solidFill>
              <a:latin typeface="Georgia" panose="02040502050405020303" pitchFamily="18" charset="0"/>
              <a:sym typeface="Georgia" panose="02040502050405020303" pitchFamily="18" charset="0"/>
            </a:endParaRPr>
          </a:p>
        </p:txBody>
      </p:sp>
      <p:sp>
        <p:nvSpPr>
          <p:cNvPr id="4" name="Title 3">
            <a:extLst>
              <a:ext uri="{FF2B5EF4-FFF2-40B4-BE49-F238E27FC236}">
                <a16:creationId xmlns:a16="http://schemas.microsoft.com/office/drawing/2014/main" id="{6C7F0F5C-8565-772B-7908-FE21C87392BE}"/>
              </a:ext>
            </a:extLst>
          </p:cNvPr>
          <p:cNvSpPr>
            <a:spLocks noGrp="1"/>
          </p:cNvSpPr>
          <p:nvPr>
            <p:ph type="title"/>
          </p:nvPr>
        </p:nvSpPr>
        <p:spPr>
          <a:xfrm>
            <a:off x="1903412" y="218832"/>
            <a:ext cx="6270625" cy="310662"/>
          </a:xfrm>
        </p:spPr>
        <p:txBody>
          <a:bodyPr/>
          <a:lstStyle/>
          <a:p>
            <a:pPr>
              <a:spcBef>
                <a:spcPct val="0"/>
              </a:spcBef>
              <a:spcAft>
                <a:spcPct val="0"/>
              </a:spcAft>
              <a:buSzPts val="2900"/>
              <a:buFont typeface="Arial" charset="0"/>
              <a:buNone/>
              <a:defRPr/>
            </a:pPr>
            <a:r>
              <a:rPr lang="en-US" sz="3200" b="1" kern="1200" dirty="0">
                <a:solidFill>
                  <a:srgbClr val="0070C0"/>
                </a:solidFill>
                <a:latin typeface="Georgia" pitchFamily="18" charset="0"/>
                <a:ea typeface="+mn-ea"/>
                <a:cs typeface="Arial" charset="0"/>
                <a:sym typeface="Georgia" pitchFamily="18" charset="0"/>
              </a:rPr>
              <a:t>System Architecture</a:t>
            </a:r>
          </a:p>
        </p:txBody>
      </p:sp>
      <p:pic>
        <p:nvPicPr>
          <p:cNvPr id="3" name="Picture 2">
            <a:extLst>
              <a:ext uri="{FF2B5EF4-FFF2-40B4-BE49-F238E27FC236}">
                <a16:creationId xmlns:a16="http://schemas.microsoft.com/office/drawing/2014/main" id="{C9AFF100-57B8-D478-A583-FB634AB34A1F}"/>
              </a:ext>
            </a:extLst>
          </p:cNvPr>
          <p:cNvPicPr>
            <a:picLocks noChangeAspect="1"/>
          </p:cNvPicPr>
          <p:nvPr/>
        </p:nvPicPr>
        <p:blipFill>
          <a:blip r:embed="rId3"/>
          <a:stretch>
            <a:fillRect/>
          </a:stretch>
        </p:blipFill>
        <p:spPr>
          <a:xfrm>
            <a:off x="2336800" y="695568"/>
            <a:ext cx="5403850" cy="40171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B3FFD489-0CB2-EBF5-F31E-1F3752E76B90}"/>
              </a:ext>
            </a:extLst>
          </p:cNvPr>
          <p:cNvSpPr txBox="1">
            <a:spLocks noGrp="1"/>
          </p:cNvSpPr>
          <p:nvPr>
            <p:ph type="title"/>
          </p:nvPr>
        </p:nvSpPr>
        <p:spPr>
          <a:xfrm>
            <a:off x="2290763" y="2101850"/>
            <a:ext cx="5280025" cy="357188"/>
          </a:xfrm>
        </p:spPr>
        <p:txBody>
          <a:bodyPr/>
          <a:lstStyle/>
          <a:p>
            <a:pPr eaLnBrk="1" hangingPunct="1">
              <a:spcBef>
                <a:spcPct val="0"/>
              </a:spcBef>
              <a:spcAft>
                <a:spcPct val="0"/>
              </a:spcAft>
              <a:buFont typeface="Fira Sans Extra Condensed Mediu" charset="0"/>
              <a:buNone/>
            </a:pPr>
            <a:r>
              <a:rPr lang="en-IN" altLang="en-US" sz="4400">
                <a:solidFill>
                  <a:srgbClr val="3333FF"/>
                </a:solidFill>
                <a:latin typeface="Fira Sans Extra Condensed Mediu" charset="0"/>
                <a:cs typeface="Arial" panose="020B0604020202020204" pitchFamily="34" charset="0"/>
                <a:sym typeface="Fira Sans Extra Condensed Mediu" charset="0"/>
              </a:rPr>
              <a:t>Thank you</a:t>
            </a:r>
          </a:p>
        </p:txBody>
      </p:sp>
      <p:sp>
        <p:nvSpPr>
          <p:cNvPr id="31747" name="Rectangle 1">
            <a:extLst>
              <a:ext uri="{FF2B5EF4-FFF2-40B4-BE49-F238E27FC236}">
                <a16:creationId xmlns:a16="http://schemas.microsoft.com/office/drawing/2014/main" id="{A58FBB1A-DBD7-FE01-F58F-56C38AE511EF}"/>
              </a:ext>
            </a:extLst>
          </p:cNvPr>
          <p:cNvSpPr>
            <a:spLocks noChangeArrowheads="1"/>
          </p:cNvSpPr>
          <p:nvPr/>
        </p:nvSpPr>
        <p:spPr bwMode="auto">
          <a:xfrm>
            <a:off x="2039938" y="1452563"/>
            <a:ext cx="10077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
                <a:srgbClr val="000000"/>
              </a:buClr>
              <a:buFont typeface="Arial" panose="020B0604020202020204" pitchFamily="34" charset="0"/>
              <a:buNone/>
            </a:pPr>
            <a:endParaRPr lang="en-IN" altLang="en-US"/>
          </a:p>
        </p:txBody>
      </p:sp>
    </p:spTree>
  </p:cSld>
  <p:clrMapOvr>
    <a:masterClrMapping/>
  </p:clrMapOvr>
</p:sld>
</file>

<file path=ppt/theme/theme1.xml><?xml version="1.0" encoding="utf-8"?>
<a:theme xmlns:a="http://schemas.openxmlformats.org/drawingml/2006/main" name="Isometric Resume Infographics by Slidesgo">
  <a:themeElements>
    <a:clrScheme name="Simple Light">
      <a:dk1>
        <a:srgbClr val="000000"/>
      </a:dk1>
      <a:lt1>
        <a:srgbClr val="FFFFFF"/>
      </a:lt1>
      <a:dk2>
        <a:srgbClr val="979797"/>
      </a:dk2>
      <a:lt2>
        <a:srgbClr val="DDDDDD"/>
      </a:lt2>
      <a:accent1>
        <a:srgbClr val="BA9CEC"/>
      </a:accent1>
      <a:accent2>
        <a:srgbClr val="FAA22F"/>
      </a:accent2>
      <a:accent3>
        <a:srgbClr val="FD675F"/>
      </a:accent3>
      <a:accent4>
        <a:srgbClr val="6DABF0"/>
      </a:accent4>
      <a:accent5>
        <a:srgbClr val="3E74B1"/>
      </a:accent5>
      <a:accent6>
        <a:srgbClr val="523BC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1371</TotalTime>
  <Words>924</Words>
  <Application>Microsoft Office PowerPoint</Application>
  <PresentationFormat>Custom</PresentationFormat>
  <Paragraphs>102</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Fira Sans Extra Condensed Mediu</vt:lpstr>
      <vt:lpstr>Times New Roman</vt:lpstr>
      <vt:lpstr>Georgia</vt:lpstr>
      <vt:lpstr>Isometric Resume Infographics by Slidesgo</vt:lpstr>
      <vt:lpstr>PowerPoint Presentation</vt:lpstr>
      <vt:lpstr>Abstract</vt:lpstr>
      <vt:lpstr>Introduction</vt:lpstr>
      <vt:lpstr>Objective</vt:lpstr>
      <vt:lpstr>Literature Survey</vt:lpstr>
      <vt:lpstr>Existing Work &amp; Limitation</vt:lpstr>
      <vt:lpstr>PowerPoint Presentation</vt:lpstr>
      <vt:lpstr>Software &amp; Hardware Requirements</vt:lpstr>
      <vt:lpstr>System Architecture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Anurag</dc:creator>
  <cp:lastModifiedBy>Bandi Brahmma reddy</cp:lastModifiedBy>
  <cp:revision>59</cp:revision>
  <dcterms:modified xsi:type="dcterms:W3CDTF">2026-07-17T15:56:21Z</dcterms:modified>
</cp:coreProperties>
</file>